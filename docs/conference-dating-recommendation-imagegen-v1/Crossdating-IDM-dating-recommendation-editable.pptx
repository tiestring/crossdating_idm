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e81a8ad1624b2d" /><Relationship Type="http://schemas.openxmlformats.org/officeDocument/2006/relationships/extended-properties" Target="/docProps/app.xml" Id="Ra133aef761aa4295" /><Relationship Type="http://schemas.openxmlformats.org/officeDocument/2006/relationships/officeDocument" Target="/ppt/presentation.xml" Id="Rde6d9b9113b84b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3caacbf1e243d4"/>
  </p:sldMasterIdLst>
  <p:notesMasterIdLst>
    <p:notesMasterId xmlns:r="http://schemas.openxmlformats.org/officeDocument/2006/relationships" r:id="Rc6d21df00cb9421e"/>
  </p:notesMasterIdLst>
  <p:sldIdLst>
    <p:sldId xmlns:r="http://schemas.openxmlformats.org/officeDocument/2006/relationships" id="256" r:id="R06faa765607d456c"/>
    <p:sldId xmlns:r="http://schemas.openxmlformats.org/officeDocument/2006/relationships" id="257" r:id="Rbbf58e433b8e448b"/>
    <p:sldId xmlns:r="http://schemas.openxmlformats.org/officeDocument/2006/relationships" id="258" r:id="R8e0312c05c094e02"/>
    <p:sldId xmlns:r="http://schemas.openxmlformats.org/officeDocument/2006/relationships" id="259" r:id="R6e559bff5fa9451f"/>
    <p:sldId xmlns:r="http://schemas.openxmlformats.org/officeDocument/2006/relationships" id="260" r:id="R3d08a0547b9d42f1"/>
    <p:sldId xmlns:r="http://schemas.openxmlformats.org/officeDocument/2006/relationships" id="261" r:id="Rf0d98cecd6f04bb8"/>
    <p:sldId xmlns:r="http://schemas.openxmlformats.org/officeDocument/2006/relationships" id="262" r:id="Ra7fabb444e5b43be"/>
    <p:sldId xmlns:r="http://schemas.openxmlformats.org/officeDocument/2006/relationships" id="263" r:id="R9a5343a8913d48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8e0183ede947c4" /><Relationship Type="http://schemas.openxmlformats.org/officeDocument/2006/relationships/slideMaster" Target="/ppt/slideMasters/slideMaster1.xml" Id="R513caacbf1e243d4" /><Relationship Type="http://schemas.openxmlformats.org/officeDocument/2006/relationships/notesMaster" Target="/ppt/notesMasters/notesMaster1.xml" Id="Rc6d21df00cb9421e" /><Relationship Type="http://schemas.openxmlformats.org/officeDocument/2006/relationships/presProps" Target="/ppt/presProps.xml" Id="R74f0e605915945cc" /><Relationship Type="http://schemas.openxmlformats.org/officeDocument/2006/relationships/tableStyles" Target="/ppt/tableStyles.xml" Id="R1e42d65a30544713" /><Relationship Type="http://schemas.openxmlformats.org/officeDocument/2006/relationships/slide" Target="/ppt/slides/slide1.xml" Id="R06faa765607d456c" /><Relationship Type="http://schemas.openxmlformats.org/officeDocument/2006/relationships/slide" Target="/ppt/slides/slide2.xml" Id="Rbbf58e433b8e448b" /><Relationship Type="http://schemas.openxmlformats.org/officeDocument/2006/relationships/slide" Target="/ppt/slides/slide3.xml" Id="R8e0312c05c094e02" /><Relationship Type="http://schemas.openxmlformats.org/officeDocument/2006/relationships/slide" Target="/ppt/slides/slide4.xml" Id="R6e559bff5fa9451f" /><Relationship Type="http://schemas.openxmlformats.org/officeDocument/2006/relationships/slide" Target="/ppt/slides/slide5.xml" Id="R3d08a0547b9d42f1" /><Relationship Type="http://schemas.openxmlformats.org/officeDocument/2006/relationships/slide" Target="/ppt/slides/slide6.xml" Id="Rf0d98cecd6f04bb8" /><Relationship Type="http://schemas.openxmlformats.org/officeDocument/2006/relationships/slide" Target="/ppt/slides/slide7.xml" Id="Ra7fabb444e5b43be" /><Relationship Type="http://schemas.openxmlformats.org/officeDocument/2006/relationships/slide" Target="/ppt/slides/slide8.xml" Id="R9a5343a8913d48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3863fd364548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88534f87da4828" /><Relationship Type="http://schemas.openxmlformats.org/officeDocument/2006/relationships/notesMaster" Target="/ppt/notesMasters/notesMaster1.xml" Id="Re9fa8c4450d449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7f46e5055149ba" /><Relationship Type="http://schemas.openxmlformats.org/officeDocument/2006/relationships/notesMaster" Target="/ppt/notesMasters/notesMaster1.xml" Id="Ra65b3b8facc842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cd8d44d194bfb" /><Relationship Type="http://schemas.openxmlformats.org/officeDocument/2006/relationships/notesMaster" Target="/ppt/notesMasters/notesMaster1.xml" Id="Rc7e5252825894e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a8b42e275548ca" /><Relationship Type="http://schemas.openxmlformats.org/officeDocument/2006/relationships/notesMaster" Target="/ppt/notesMasters/notesMaster1.xml" Id="Racda1c4965fe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01b8cdab543d9" /><Relationship Type="http://schemas.openxmlformats.org/officeDocument/2006/relationships/notesMaster" Target="/ppt/notesMasters/notesMaster1.xml" Id="Ree7b806bff8940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3eca56fa34478f" /><Relationship Type="http://schemas.openxmlformats.org/officeDocument/2006/relationships/notesMaster" Target="/ppt/notesMasters/notesMaster1.xml" Id="R666c5b86677e46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35d1a250dd4775" /><Relationship Type="http://schemas.openxmlformats.org/officeDocument/2006/relationships/notesMaster" Target="/ppt/notesMasters/notesMaster1.xml" Id="Re3cc0c5e425f4a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a4bcdcd6994db7" /><Relationship Type="http://schemas.openxmlformats.org/officeDocument/2006/relationships/notesMaster" Target="/ppt/notesMasters/notesMaster1.xml" Id="R34ee508f1d1b4d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D:/Code/Crossdating_Tauri_js-diagnosis-events-v1/docs/conference-dating-recommendation-imagegen-v1/slide-01.png (visual reference; reconstructed, not embedded full-page)</a:t>
            </a:r>
          </a:p>
          <a:p xmlns:a="http://schemas.openxmlformats.org/drawingml/2006/main">
            <a:r>
              <a:t>- D:/Code/Crossdating_Tauri_js-diagnosis-events-v1/docs/index.md</a:t>
            </a:r>
          </a:p>
          <a:p xmlns:a="http://schemas.openxmlformats.org/drawingml/2006/main">
            <a:r>
              <a:t>- D:/Code/Crossdating_Tauri_js-diagnosis-events-v1/docs/定年建议输出流程.md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D:/Code/Crossdating_Tauri_js-diagnosis-events-v1/docs/conference-dating-recommendation-imagegen-v1/slide-02.png (visual reference; reconstructed, not embedded full-page)</a:t>
            </a:r>
          </a:p>
          <a:p xmlns:a="http://schemas.openxmlformats.org/drawingml/2006/main">
            <a:r>
              <a:t>- D:/Code/Crossdating_Tauri_js-diagnosis-events-v1/docs/index.md</a:t>
            </a:r>
          </a:p>
          <a:p xmlns:a="http://schemas.openxmlformats.org/drawingml/2006/main">
            <a:r>
              <a:t>- D:/Code/Crossdating_Tauri_js-diagnosis-events-v1/docs/定年建议输出流程.md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D:/Code/Crossdating_Tauri_js-diagnosis-events-v1/docs/conference-dating-recommendation-imagegen-v1/slide-03.png (visual reference; reconstructed, not embedded full-page)</a:t>
            </a:r>
          </a:p>
          <a:p xmlns:a="http://schemas.openxmlformats.org/drawingml/2006/main">
            <a:r>
              <a:t>- D:/Code/Crossdating_Tauri_js-diagnosis-events-v1/docs/index.md</a:t>
            </a:r>
          </a:p>
          <a:p xmlns:a="http://schemas.openxmlformats.org/drawingml/2006/main">
            <a:r>
              <a:t>- D:/Code/Crossdating_Tauri_js-diagnosis-events-v1/docs/定年建议输出流程.md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D:/Code/Crossdating_Tauri_js-diagnosis-events-v1/docs/conference-dating-recommendation-imagegen-v1/slide-04.png (visual reference; reconstructed, not embedded full-page)</a:t>
            </a:r>
          </a:p>
          <a:p xmlns:a="http://schemas.openxmlformats.org/drawingml/2006/main">
            <a:r>
              <a:t>- D:/Code/Crossdating_Tauri_js-diagnosis-events-v1/docs/index.md</a:t>
            </a:r>
          </a:p>
          <a:p xmlns:a="http://schemas.openxmlformats.org/drawingml/2006/main">
            <a:r>
              <a:t>- D:/Code/Crossdating_Tauri_js-diagnosis-events-v1/docs/定年建议输出流程.md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D:/Code/Crossdating_Tauri_js-diagnosis-events-v1/docs/conference-dating-recommendation-imagegen-v1/slide-05.png (visual reference; reconstructed, not embedded full-page)</a:t>
            </a:r>
          </a:p>
          <a:p xmlns:a="http://schemas.openxmlformats.org/drawingml/2006/main">
            <a:r>
              <a:t>- D:/Code/Crossdating_Tauri_js-diagnosis-events-v1/docs/index.md</a:t>
            </a:r>
          </a:p>
          <a:p xmlns:a="http://schemas.openxmlformats.org/drawingml/2006/main">
            <a:r>
              <a:t>- D:/Code/Crossdating_Tauri_js-diagnosis-events-v1/docs/定年建议输出流程.md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D:/Code/Crossdating_Tauri_js-diagnosis-events-v1/docs/conference-dating-recommendation-imagegen-v1/slide-06.png (visual reference; reconstructed, not embedded full-page)</a:t>
            </a:r>
          </a:p>
          <a:p xmlns:a="http://schemas.openxmlformats.org/drawingml/2006/main">
            <a:r>
              <a:t>- D:/Code/Crossdating_Tauri_js-diagnosis-events-v1/docs/index.md</a:t>
            </a:r>
          </a:p>
          <a:p xmlns:a="http://schemas.openxmlformats.org/drawingml/2006/main">
            <a:r>
              <a:t>- D:/Code/Crossdating_Tauri_js-diagnosis-events-v1/docs/定年建议输出流程.md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D:/Code/Crossdating_Tauri_js-diagnosis-events-v1/docs/conference-dating-recommendation-imagegen-v1/slide-07.png (visual reference; reconstructed, not embedded full-page)</a:t>
            </a:r>
          </a:p>
          <a:p xmlns:a="http://schemas.openxmlformats.org/drawingml/2006/main">
            <a:r>
              <a:t>- D:/Code/Crossdating_Tauri_js-diagnosis-events-v1/docs/index.md</a:t>
            </a:r>
          </a:p>
          <a:p xmlns:a="http://schemas.openxmlformats.org/drawingml/2006/main">
            <a:r>
              <a:t>- D:/Code/Crossdating_Tauri_js-diagnosis-events-v1/docs/定年建议输出流程.md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D:/Code/Crossdating_Tauri_js-diagnosis-events-v1/docs/conference-dating-recommendation-imagegen-v1/slide-08.png (visual reference; reconstructed, not embedded full-page)</a:t>
            </a:r>
          </a:p>
          <a:p xmlns:a="http://schemas.openxmlformats.org/drawingml/2006/main">
            <a:r>
              <a:t>- D:/Code/Crossdating_Tauri_js-diagnosis-events-v1/docs/index.md</a:t>
            </a:r>
          </a:p>
          <a:p xmlns:a="http://schemas.openxmlformats.org/drawingml/2006/main">
            <a:r>
              <a:t>- D:/Code/Crossdating_Tauri_js-diagnosis-events-v1/docs/定年建议输出流程.md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a7817051f40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5ce0acdc0f49ae" /><Relationship Type="http://schemas.openxmlformats.org/officeDocument/2006/relationships/slideLayout" Target="/ppt/slideLayouts/slideLayout1.xml" Id="R6a1a32a846fa4e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1a32a846fa4e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06ff1be3e4ca9" /><Relationship Type="http://schemas.openxmlformats.org/officeDocument/2006/relationships/image" Target="/ppt/media/image.png" Id="Rc7e239de7be0442f" /><Relationship Type="http://schemas.openxmlformats.org/officeDocument/2006/relationships/notesSlide" Target="/ppt/notesSlides/notesSlide1.xml" Id="R0c64ba600e2b41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03f796b294721" /><Relationship Type="http://schemas.openxmlformats.org/officeDocument/2006/relationships/image" Target="/ppt/media/image2.png" Id="R66b40599666c4285" /><Relationship Type="http://schemas.openxmlformats.org/officeDocument/2006/relationships/notesSlide" Target="/ppt/notesSlides/notesSlide2.xml" Id="Ra98d8d315b884b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fddcdf8b24035" /><Relationship Type="http://schemas.openxmlformats.org/officeDocument/2006/relationships/image" Target="/ppt/media/image3.png" Id="R98b90f0a948243f4" /><Relationship Type="http://schemas.openxmlformats.org/officeDocument/2006/relationships/image" Target="/ppt/media/image4.png" Id="R68c2cbe11cfe4499" /><Relationship Type="http://schemas.openxmlformats.org/officeDocument/2006/relationships/image" Target="/ppt/media/image5.png" Id="R573d1abc5a784147" /><Relationship Type="http://schemas.openxmlformats.org/officeDocument/2006/relationships/notesSlide" Target="/ppt/notesSlides/notesSlide3.xml" Id="Rd382bcce98754a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aa01c3fc649f7" /><Relationship Type="http://schemas.openxmlformats.org/officeDocument/2006/relationships/image" Target="/ppt/media/image6.png" Id="R41d02800f7f14df9" /><Relationship Type="http://schemas.openxmlformats.org/officeDocument/2006/relationships/image" Target="/ppt/media/image7.png" Id="R991973ccc0334d92" /><Relationship Type="http://schemas.openxmlformats.org/officeDocument/2006/relationships/image" Target="/ppt/media/image8.png" Id="R6a2167c4fe8f48c7" /><Relationship Type="http://schemas.openxmlformats.org/officeDocument/2006/relationships/notesSlide" Target="/ppt/notesSlides/notesSlide4.xml" Id="R5492e9619c7749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1fa3fdeba49c5" /><Relationship Type="http://schemas.openxmlformats.org/officeDocument/2006/relationships/image" Target="/ppt/media/image9.png" Id="R084ca11f01074b8f" /><Relationship Type="http://schemas.openxmlformats.org/officeDocument/2006/relationships/notesSlide" Target="/ppt/notesSlides/notesSlide5.xml" Id="Rf5b6780e796546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403ff396c4949" /><Relationship Type="http://schemas.openxmlformats.org/officeDocument/2006/relationships/image" Target="/ppt/media/image10.png" Id="R6d2d4eb1547e416d" /><Relationship Type="http://schemas.openxmlformats.org/officeDocument/2006/relationships/notesSlide" Target="/ppt/notesSlides/notesSlide6.xml" Id="R07b8ad2ead724d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524a016224a62" /><Relationship Type="http://schemas.openxmlformats.org/officeDocument/2006/relationships/image" Target="/ppt/media/image11.png" Id="Rc55f89f3a0834518" /><Relationship Type="http://schemas.openxmlformats.org/officeDocument/2006/relationships/notesSlide" Target="/ppt/notesSlides/notesSlide7.xml" Id="R7d0491eaf7784f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9c9b9e28d421d" /><Relationship Type="http://schemas.openxmlformats.org/officeDocument/2006/relationships/image" Target="/ppt/media/image12.png" Id="R8f506d95209847d2" /><Relationship Type="http://schemas.openxmlformats.org/officeDocument/2006/relationships/notesSlide" Target="/ppt/notesSlides/notesSlide8.xml" Id="R9f1c432ab6f343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239de7be0442f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61937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shape-0001">
            <a:extLst xmlns:a="http://schemas.openxmlformats.org/drawingml/2006/main">
              <a:ext uri="{FF2B5EF4-FFF2-40B4-BE49-F238E27FC236}">
                <a16:creationId xmlns:a16="http://schemas.microsoft.com/office/drawing/2014/main" id="{BA9299EC-852D-4EC8-835A-F45830E6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91250"/>
            <a:ext cx="409575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E7DE"/>
          </a:solidFill>
          <a:ln xmlns:a="http://schemas.openxmlformats.org/drawingml/2006/main" w="1905">
            <a:solidFill>
              <a:srgbClr val="E5E7DE"/>
            </a:solidFill>
            <a:prstDash val="solid"/>
          </a:ln>
        </p:spPr>
      </p:sp>
      <p:sp>
        <p:nvSpPr>
          <p:cNvPr id="3" name="shape-0002">
            <a:extLst xmlns:a="http://schemas.openxmlformats.org/drawingml/2006/main">
              <a:ext uri="{FF2B5EF4-FFF2-40B4-BE49-F238E27FC236}">
                <a16:creationId xmlns:a16="http://schemas.microsoft.com/office/drawing/2014/main" id="{FB03F0C5-5E01-4A67-A553-6AEC4DA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143625"/>
            <a:ext cx="5810250" cy="714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CE9E0"/>
          </a:solidFill>
          <a:ln xmlns:a="http://schemas.openxmlformats.org/drawingml/2006/main" w="1905">
            <a:solidFill>
              <a:srgbClr val="ECE9E0"/>
            </a:solidFill>
            <a:prstDash val="solid"/>
          </a:ln>
        </p:spPr>
      </p:sp>
      <p:sp>
        <p:nvSpPr>
          <p:cNvPr id="4" name="shape-0003">
            <a:extLst xmlns:a="http://schemas.openxmlformats.org/drawingml/2006/main">
              <a:ext uri="{FF2B5EF4-FFF2-40B4-BE49-F238E27FC236}">
                <a16:creationId xmlns:a16="http://schemas.microsoft.com/office/drawing/2014/main" id="{6FB14FF1-066E-42B5-92CF-76376930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191250"/>
            <a:ext cx="457200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E4DA"/>
          </a:solidFill>
          <a:ln xmlns:a="http://schemas.openxmlformats.org/drawingml/2006/main" w="1905">
            <a:solidFill>
              <a:srgbClr val="E1E4DA"/>
            </a:solidFill>
            <a:prstDash val="solid"/>
          </a:ln>
        </p:spPr>
      </p:sp>
      <p:sp>
        <p:nvSpPr>
          <p:cNvPr id="5" name="line-0004">
            <a:extLst xmlns:a="http://schemas.openxmlformats.org/drawingml/2006/main">
              <a:ext uri="{FF2B5EF4-FFF2-40B4-BE49-F238E27FC236}">
                <a16:creationId xmlns:a16="http://schemas.microsoft.com/office/drawing/2014/main" id="{60C819A0-C765-4898-8E71-BA8EECF3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6667500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" name="shape-0005">
            <a:extLst xmlns:a="http://schemas.openxmlformats.org/drawingml/2006/main">
              <a:ext uri="{FF2B5EF4-FFF2-40B4-BE49-F238E27FC236}">
                <a16:creationId xmlns:a16="http://schemas.microsoft.com/office/drawing/2014/main" id="{8906717E-BE55-4236-B0EA-B4BC6C25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" y="6646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" name="line-0006">
            <a:extLst xmlns:a="http://schemas.openxmlformats.org/drawingml/2006/main">
              <a:ext uri="{FF2B5EF4-FFF2-40B4-BE49-F238E27FC236}">
                <a16:creationId xmlns:a16="http://schemas.microsoft.com/office/drawing/2014/main" id="{D724D4C8-697D-4DB7-96A3-5B11ADF8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5055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8" name="shape-0007">
            <a:extLst xmlns:a="http://schemas.openxmlformats.org/drawingml/2006/main">
              <a:ext uri="{FF2B5EF4-FFF2-40B4-BE49-F238E27FC236}">
                <a16:creationId xmlns:a16="http://schemas.microsoft.com/office/drawing/2014/main" id="{E51A9BCC-A452-4A24-B1DC-CDDC5A86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" y="64941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9" name="line-0008">
            <a:extLst xmlns:a="http://schemas.openxmlformats.org/drawingml/2006/main">
              <a:ext uri="{FF2B5EF4-FFF2-40B4-BE49-F238E27FC236}">
                <a16:creationId xmlns:a16="http://schemas.microsoft.com/office/drawing/2014/main" id="{91543E76-5981-46A0-AC25-B0D96E75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6343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0" name="shape-0009">
            <a:extLst xmlns:a="http://schemas.openxmlformats.org/drawingml/2006/main">
              <a:ext uri="{FF2B5EF4-FFF2-40B4-BE49-F238E27FC236}">
                <a16:creationId xmlns:a16="http://schemas.microsoft.com/office/drawing/2014/main" id="{2AE6E4F5-9C7A-447A-AAE9-AD1653FE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" y="63322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1" name="line-0010">
            <a:extLst xmlns:a="http://schemas.openxmlformats.org/drawingml/2006/main">
              <a:ext uri="{FF2B5EF4-FFF2-40B4-BE49-F238E27FC236}">
                <a16:creationId xmlns:a16="http://schemas.microsoft.com/office/drawing/2014/main" id="{B01B1590-6047-4A17-8E59-DA74B08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61817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2" name="shape-0011">
            <a:extLst xmlns:a="http://schemas.openxmlformats.org/drawingml/2006/main">
              <a:ext uri="{FF2B5EF4-FFF2-40B4-BE49-F238E27FC236}">
                <a16:creationId xmlns:a16="http://schemas.microsoft.com/office/drawing/2014/main" id="{D3AFF487-6236-429F-AC1C-24F1B77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" y="6170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3" name="line-0012">
            <a:extLst xmlns:a="http://schemas.openxmlformats.org/drawingml/2006/main">
              <a:ext uri="{FF2B5EF4-FFF2-40B4-BE49-F238E27FC236}">
                <a16:creationId xmlns:a16="http://schemas.microsoft.com/office/drawing/2014/main" id="{A9AA8AFD-1F46-4B78-8A91-A843C91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6534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4" name="shape-0013">
            <a:extLst xmlns:a="http://schemas.openxmlformats.org/drawingml/2006/main">
              <a:ext uri="{FF2B5EF4-FFF2-40B4-BE49-F238E27FC236}">
                <a16:creationId xmlns:a16="http://schemas.microsoft.com/office/drawing/2014/main" id="{CB57A371-3799-4BA3-AC32-DE6D0B83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65227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5" name="line-0014">
            <a:extLst xmlns:a="http://schemas.openxmlformats.org/drawingml/2006/main">
              <a:ext uri="{FF2B5EF4-FFF2-40B4-BE49-F238E27FC236}">
                <a16:creationId xmlns:a16="http://schemas.microsoft.com/office/drawing/2014/main" id="{FDBFEB80-5C3E-4790-A9BD-9D015F1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6372225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6" name="shape-0015">
            <a:extLst xmlns:a="http://schemas.openxmlformats.org/drawingml/2006/main">
              <a:ext uri="{FF2B5EF4-FFF2-40B4-BE49-F238E27FC236}">
                <a16:creationId xmlns:a16="http://schemas.microsoft.com/office/drawing/2014/main" id="{95C0BA2A-2E43-4B4E-AA30-6F464B58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545" y="63512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" name="line-0016">
            <a:extLst xmlns:a="http://schemas.openxmlformats.org/drawingml/2006/main">
              <a:ext uri="{FF2B5EF4-FFF2-40B4-BE49-F238E27FC236}">
                <a16:creationId xmlns:a16="http://schemas.microsoft.com/office/drawing/2014/main" id="{3D81452C-095F-4173-89D6-32E912A4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621030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8" name="shape-0017">
            <a:extLst xmlns:a="http://schemas.openxmlformats.org/drawingml/2006/main">
              <a:ext uri="{FF2B5EF4-FFF2-40B4-BE49-F238E27FC236}">
                <a16:creationId xmlns:a16="http://schemas.microsoft.com/office/drawing/2014/main" id="{D665C1D8-2CF1-403A-8D71-B43895C8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61988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9" name="line-0018">
            <a:extLst xmlns:a="http://schemas.openxmlformats.org/drawingml/2006/main">
              <a:ext uri="{FF2B5EF4-FFF2-40B4-BE49-F238E27FC236}">
                <a16:creationId xmlns:a16="http://schemas.microsoft.com/office/drawing/2014/main" id="{370D13A0-A5C6-48B9-BED8-EF591A0F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65627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0" name="shape-0019">
            <a:extLst xmlns:a="http://schemas.openxmlformats.org/drawingml/2006/main">
              <a:ext uri="{FF2B5EF4-FFF2-40B4-BE49-F238E27FC236}">
                <a16:creationId xmlns:a16="http://schemas.microsoft.com/office/drawing/2014/main" id="{78D262F8-31EE-4E93-85FC-CCE555BC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6551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1" name="line-0020">
            <a:extLst xmlns:a="http://schemas.openxmlformats.org/drawingml/2006/main">
              <a:ext uri="{FF2B5EF4-FFF2-40B4-BE49-F238E27FC236}">
                <a16:creationId xmlns:a16="http://schemas.microsoft.com/office/drawing/2014/main" id="{166990D5-FB15-4468-976D-F5018D34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64008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" name="shape-0021">
            <a:extLst xmlns:a="http://schemas.openxmlformats.org/drawingml/2006/main">
              <a:ext uri="{FF2B5EF4-FFF2-40B4-BE49-F238E27FC236}">
                <a16:creationId xmlns:a16="http://schemas.microsoft.com/office/drawing/2014/main" id="{5CC0791D-4381-43C0-A72C-B08B07F9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920" y="63893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3" name="line-0022">
            <a:extLst xmlns:a="http://schemas.openxmlformats.org/drawingml/2006/main">
              <a:ext uri="{FF2B5EF4-FFF2-40B4-BE49-F238E27FC236}">
                <a16:creationId xmlns:a16="http://schemas.microsoft.com/office/drawing/2014/main" id="{2449FD33-C0C2-42E2-9765-766F3122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62388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" name="shape-0023">
            <a:extLst xmlns:a="http://schemas.openxmlformats.org/drawingml/2006/main">
              <a:ext uri="{FF2B5EF4-FFF2-40B4-BE49-F238E27FC236}">
                <a16:creationId xmlns:a16="http://schemas.microsoft.com/office/drawing/2014/main" id="{3D9D9947-927E-45E4-A085-0F7E420A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0" y="6227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5" name="line-0024">
            <a:extLst xmlns:a="http://schemas.openxmlformats.org/drawingml/2006/main">
              <a:ext uri="{FF2B5EF4-FFF2-40B4-BE49-F238E27FC236}">
                <a16:creationId xmlns:a16="http://schemas.microsoft.com/office/drawing/2014/main" id="{EFB5E957-432E-40FD-926B-EC45925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6591300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6" name="shape-0025">
            <a:extLst xmlns:a="http://schemas.openxmlformats.org/drawingml/2006/main">
              <a:ext uri="{FF2B5EF4-FFF2-40B4-BE49-F238E27FC236}">
                <a16:creationId xmlns:a16="http://schemas.microsoft.com/office/drawing/2014/main" id="{762F5F8F-ED0F-40AD-9879-B0C4DB7D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65703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7" name="line-0026">
            <a:extLst xmlns:a="http://schemas.openxmlformats.org/drawingml/2006/main">
              <a:ext uri="{FF2B5EF4-FFF2-40B4-BE49-F238E27FC236}">
                <a16:creationId xmlns:a16="http://schemas.microsoft.com/office/drawing/2014/main" id="{387D5414-1700-468C-A42E-98619648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64293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" name="shape-0027">
            <a:extLst xmlns:a="http://schemas.openxmlformats.org/drawingml/2006/main">
              <a:ext uri="{FF2B5EF4-FFF2-40B4-BE49-F238E27FC236}">
                <a16:creationId xmlns:a16="http://schemas.microsoft.com/office/drawing/2014/main" id="{B0BD3A1D-86F2-4C9C-B901-542E35FB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4179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9" name="line-0028">
            <a:extLst xmlns:a="http://schemas.openxmlformats.org/drawingml/2006/main">
              <a:ext uri="{FF2B5EF4-FFF2-40B4-BE49-F238E27FC236}">
                <a16:creationId xmlns:a16="http://schemas.microsoft.com/office/drawing/2014/main" id="{19DA3F5A-DDE7-4AFF-9E9E-34356D3E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26745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" name="shape-0029">
            <a:extLst xmlns:a="http://schemas.openxmlformats.org/drawingml/2006/main">
              <a:ext uri="{FF2B5EF4-FFF2-40B4-BE49-F238E27FC236}">
                <a16:creationId xmlns:a16="http://schemas.microsoft.com/office/drawing/2014/main" id="{2AFD55E6-A8A2-4D8B-8D79-144D3E7A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720" y="6256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1" name="line-0030">
            <a:extLst xmlns:a="http://schemas.openxmlformats.org/drawingml/2006/main">
              <a:ext uri="{FF2B5EF4-FFF2-40B4-BE49-F238E27FC236}">
                <a16:creationId xmlns:a16="http://schemas.microsoft.com/office/drawing/2014/main" id="{C9C2A7EB-5D5A-4678-914B-07D8A4A7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91100" y="661987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" name="shape-0031">
            <a:extLst xmlns:a="http://schemas.openxmlformats.org/drawingml/2006/main">
              <a:ext uri="{FF2B5EF4-FFF2-40B4-BE49-F238E27FC236}">
                <a16:creationId xmlns:a16="http://schemas.microsoft.com/office/drawing/2014/main" id="{ED0011DA-43F3-4453-A130-678E81A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670" y="6608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3" name="line-0032">
            <a:extLst xmlns:a="http://schemas.openxmlformats.org/drawingml/2006/main">
              <a:ext uri="{FF2B5EF4-FFF2-40B4-BE49-F238E27FC236}">
                <a16:creationId xmlns:a16="http://schemas.microsoft.com/office/drawing/2014/main" id="{EECCDF3D-43E8-4BA4-A350-1AA489BC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6457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" name="shape-0033">
            <a:extLst xmlns:a="http://schemas.openxmlformats.org/drawingml/2006/main">
              <a:ext uri="{FF2B5EF4-FFF2-40B4-BE49-F238E27FC236}">
                <a16:creationId xmlns:a16="http://schemas.microsoft.com/office/drawing/2014/main" id="{F1C0431C-93D7-4F91-8E1B-2B658BAD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620" y="64465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5" name="line-0034">
            <a:extLst xmlns:a="http://schemas.openxmlformats.org/drawingml/2006/main">
              <a:ext uri="{FF2B5EF4-FFF2-40B4-BE49-F238E27FC236}">
                <a16:creationId xmlns:a16="http://schemas.microsoft.com/office/drawing/2014/main" id="{B36C985A-D4C4-4D95-A2A0-E99366EB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6296025"/>
            <a:ext cx="953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36" name="shape-0035">
            <a:extLst xmlns:a="http://schemas.openxmlformats.org/drawingml/2006/main">
              <a:ext uri="{FF2B5EF4-FFF2-40B4-BE49-F238E27FC236}">
                <a16:creationId xmlns:a16="http://schemas.microsoft.com/office/drawing/2014/main" id="{F2A7D085-2475-4BC2-AA22-DB5211AE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045" y="6275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7" name="line-0036">
            <a:extLst xmlns:a="http://schemas.openxmlformats.org/drawingml/2006/main">
              <a:ext uri="{FF2B5EF4-FFF2-40B4-BE49-F238E27FC236}">
                <a16:creationId xmlns:a16="http://schemas.microsoft.com/office/drawing/2014/main" id="{29ED4491-338C-4C7B-8A61-C97C2485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66484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" name="shape-0037">
            <a:extLst xmlns:a="http://schemas.openxmlformats.org/drawingml/2006/main">
              <a:ext uri="{FF2B5EF4-FFF2-40B4-BE49-F238E27FC236}">
                <a16:creationId xmlns:a16="http://schemas.microsoft.com/office/drawing/2014/main" id="{BF564578-1751-489B-8279-C4987D93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520" y="6637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9" name="line-0038">
            <a:extLst xmlns:a="http://schemas.openxmlformats.org/drawingml/2006/main">
              <a:ext uri="{FF2B5EF4-FFF2-40B4-BE49-F238E27FC236}">
                <a16:creationId xmlns:a16="http://schemas.microsoft.com/office/drawing/2014/main" id="{6CFAB506-9460-411A-B584-D4F08E5E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64865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" name="shape-0039">
            <a:extLst xmlns:a="http://schemas.openxmlformats.org/drawingml/2006/main">
              <a:ext uri="{FF2B5EF4-FFF2-40B4-BE49-F238E27FC236}">
                <a16:creationId xmlns:a16="http://schemas.microsoft.com/office/drawing/2014/main" id="{91FE2033-19AC-456D-B0BA-3029E8B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470" y="64750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1" name="line-0040">
            <a:extLst xmlns:a="http://schemas.openxmlformats.org/drawingml/2006/main">
              <a:ext uri="{FF2B5EF4-FFF2-40B4-BE49-F238E27FC236}">
                <a16:creationId xmlns:a16="http://schemas.microsoft.com/office/drawing/2014/main" id="{0301E16E-0043-43D5-BD26-3662A7A1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6324600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" name="shape-0041">
            <a:extLst xmlns:a="http://schemas.openxmlformats.org/drawingml/2006/main">
              <a:ext uri="{FF2B5EF4-FFF2-40B4-BE49-F238E27FC236}">
                <a16:creationId xmlns:a16="http://schemas.microsoft.com/office/drawing/2014/main" id="{17D1F0F7-905B-42AD-85BF-F68A1403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63131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3" name="line-0042">
            <a:extLst xmlns:a="http://schemas.openxmlformats.org/drawingml/2006/main">
              <a:ext uri="{FF2B5EF4-FFF2-40B4-BE49-F238E27FC236}">
                <a16:creationId xmlns:a16="http://schemas.microsoft.com/office/drawing/2014/main" id="{C114FF74-4197-4E13-889B-CAE4A799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6162675"/>
            <a:ext cx="953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4" name="shape-0043">
            <a:extLst xmlns:a="http://schemas.openxmlformats.org/drawingml/2006/main">
              <a:ext uri="{FF2B5EF4-FFF2-40B4-BE49-F238E27FC236}">
                <a16:creationId xmlns:a16="http://schemas.microsoft.com/office/drawing/2014/main" id="{089477A6-3910-4DC8-99E4-31F628D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370" y="6151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5" name="line-0044">
            <a:extLst xmlns:a="http://schemas.openxmlformats.org/drawingml/2006/main">
              <a:ext uri="{FF2B5EF4-FFF2-40B4-BE49-F238E27FC236}">
                <a16:creationId xmlns:a16="http://schemas.microsoft.com/office/drawing/2014/main" id="{ED390E5B-8BB4-404C-A95E-87364540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515100"/>
            <a:ext cx="953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46" name="shape-0045">
            <a:extLst xmlns:a="http://schemas.openxmlformats.org/drawingml/2006/main">
              <a:ext uri="{FF2B5EF4-FFF2-40B4-BE49-F238E27FC236}">
                <a16:creationId xmlns:a16="http://schemas.microsoft.com/office/drawing/2014/main" id="{4E612FE5-BDFB-4515-AACA-5F74C918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795" y="6494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47" name="line-0046">
            <a:extLst xmlns:a="http://schemas.openxmlformats.org/drawingml/2006/main">
              <a:ext uri="{FF2B5EF4-FFF2-40B4-BE49-F238E27FC236}">
                <a16:creationId xmlns:a16="http://schemas.microsoft.com/office/drawing/2014/main" id="{3FADE817-1F22-4BA9-A264-27DE2EE4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3531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8" name="shape-0047">
            <a:extLst xmlns:a="http://schemas.openxmlformats.org/drawingml/2006/main">
              <a:ext uri="{FF2B5EF4-FFF2-40B4-BE49-F238E27FC236}">
                <a16:creationId xmlns:a16="http://schemas.microsoft.com/office/drawing/2014/main" id="{A8290C8E-DB89-44A4-8D8B-CEBB6FE6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270" y="63417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9" name="line-0048">
            <a:extLst xmlns:a="http://schemas.openxmlformats.org/drawingml/2006/main">
              <a:ext uri="{FF2B5EF4-FFF2-40B4-BE49-F238E27FC236}">
                <a16:creationId xmlns:a16="http://schemas.microsoft.com/office/drawing/2014/main" id="{69607DA6-E7F6-4F2B-92C3-4A62F899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48650" y="61912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0" name="shape-0049">
            <a:extLst xmlns:a="http://schemas.openxmlformats.org/drawingml/2006/main">
              <a:ext uri="{FF2B5EF4-FFF2-40B4-BE49-F238E27FC236}">
                <a16:creationId xmlns:a16="http://schemas.microsoft.com/office/drawing/2014/main" id="{FBDFAA73-7202-441E-94BC-2ED9E47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220" y="6179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1" name="line-0050">
            <a:extLst xmlns:a="http://schemas.openxmlformats.org/drawingml/2006/main">
              <a:ext uri="{FF2B5EF4-FFF2-40B4-BE49-F238E27FC236}">
                <a16:creationId xmlns:a16="http://schemas.microsoft.com/office/drawing/2014/main" id="{89B05BC9-E70B-458C-9A19-D93CDA11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654367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2" name="shape-0051">
            <a:extLst xmlns:a="http://schemas.openxmlformats.org/drawingml/2006/main">
              <a:ext uri="{FF2B5EF4-FFF2-40B4-BE49-F238E27FC236}">
                <a16:creationId xmlns:a16="http://schemas.microsoft.com/office/drawing/2014/main" id="{CFCB6D92-F583-4AD4-A7A4-1686E0CF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170" y="6532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3" name="line-0052">
            <a:extLst xmlns:a="http://schemas.openxmlformats.org/drawingml/2006/main">
              <a:ext uri="{FF2B5EF4-FFF2-40B4-BE49-F238E27FC236}">
                <a16:creationId xmlns:a16="http://schemas.microsoft.com/office/drawing/2014/main" id="{88FC490C-3941-4E74-8B86-DDEAFE9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72550" y="63817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4" name="shape-0053">
            <a:extLst xmlns:a="http://schemas.openxmlformats.org/drawingml/2006/main">
              <a:ext uri="{FF2B5EF4-FFF2-40B4-BE49-F238E27FC236}">
                <a16:creationId xmlns:a16="http://schemas.microsoft.com/office/drawing/2014/main" id="{4D0D350E-5EEF-4A1A-86D3-250BA3D0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120" y="63703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5" name="line-0054">
            <a:extLst xmlns:a="http://schemas.openxmlformats.org/drawingml/2006/main">
              <a:ext uri="{FF2B5EF4-FFF2-40B4-BE49-F238E27FC236}">
                <a16:creationId xmlns:a16="http://schemas.microsoft.com/office/drawing/2014/main" id="{8BDA076C-2A4D-4DFA-A906-4110591C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62198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56" name="shape-0055">
            <a:extLst xmlns:a="http://schemas.openxmlformats.org/drawingml/2006/main">
              <a:ext uri="{FF2B5EF4-FFF2-40B4-BE49-F238E27FC236}">
                <a16:creationId xmlns:a16="http://schemas.microsoft.com/office/drawing/2014/main" id="{58CB3B90-2BCB-4660-A562-DB0AC632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3545" y="61988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57" name="line-0056">
            <a:extLst xmlns:a="http://schemas.openxmlformats.org/drawingml/2006/main">
              <a:ext uri="{FF2B5EF4-FFF2-40B4-BE49-F238E27FC236}">
                <a16:creationId xmlns:a16="http://schemas.microsoft.com/office/drawing/2014/main" id="{E38F8F0D-D995-4EFF-A4A5-F3C4A263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657225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8" name="shape-0057">
            <a:extLst xmlns:a="http://schemas.openxmlformats.org/drawingml/2006/main">
              <a:ext uri="{FF2B5EF4-FFF2-40B4-BE49-F238E27FC236}">
                <a16:creationId xmlns:a16="http://schemas.microsoft.com/office/drawing/2014/main" id="{7461AA02-6E66-4D28-94AB-5E0A9236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020" y="6560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9" name="line-0058">
            <a:extLst xmlns:a="http://schemas.openxmlformats.org/drawingml/2006/main">
              <a:ext uri="{FF2B5EF4-FFF2-40B4-BE49-F238E27FC236}">
                <a16:creationId xmlns:a16="http://schemas.microsoft.com/office/drawing/2014/main" id="{4C38FC29-C6E4-43E3-8717-757BC49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64103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0" name="shape-0059">
            <a:extLst xmlns:a="http://schemas.openxmlformats.org/drawingml/2006/main">
              <a:ext uri="{FF2B5EF4-FFF2-40B4-BE49-F238E27FC236}">
                <a16:creationId xmlns:a16="http://schemas.microsoft.com/office/drawing/2014/main" id="{06C8D55B-D30E-47BF-8856-A35A67E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970" y="63988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1" name="line-0060">
            <a:extLst xmlns:a="http://schemas.openxmlformats.org/drawingml/2006/main">
              <a:ext uri="{FF2B5EF4-FFF2-40B4-BE49-F238E27FC236}">
                <a16:creationId xmlns:a16="http://schemas.microsoft.com/office/drawing/2014/main" id="{79B52783-81E1-46A7-B5E5-D92ADE8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0350" y="62484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2" name="shape-0061">
            <a:extLst xmlns:a="http://schemas.openxmlformats.org/drawingml/2006/main">
              <a:ext uri="{FF2B5EF4-FFF2-40B4-BE49-F238E27FC236}">
                <a16:creationId xmlns:a16="http://schemas.microsoft.com/office/drawing/2014/main" id="{89C404A6-D2CF-4A24-A944-C1F0A3C1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920" y="6236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3" name="line-0062">
            <a:extLst xmlns:a="http://schemas.openxmlformats.org/drawingml/2006/main">
              <a:ext uri="{FF2B5EF4-FFF2-40B4-BE49-F238E27FC236}">
                <a16:creationId xmlns:a16="http://schemas.microsoft.com/office/drawing/2014/main" id="{0C7CC8BC-5D15-43D5-9E7A-C09E345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66008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4" name="shape-0063">
            <a:extLst xmlns:a="http://schemas.openxmlformats.org/drawingml/2006/main">
              <a:ext uri="{FF2B5EF4-FFF2-40B4-BE49-F238E27FC236}">
                <a16:creationId xmlns:a16="http://schemas.microsoft.com/office/drawing/2014/main" id="{7779251B-D3EE-4F6A-8CA5-902569D1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0870" y="65893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5" name="line-0064">
            <a:extLst xmlns:a="http://schemas.openxmlformats.org/drawingml/2006/main">
              <a:ext uri="{FF2B5EF4-FFF2-40B4-BE49-F238E27FC236}">
                <a16:creationId xmlns:a16="http://schemas.microsoft.com/office/drawing/2014/main" id="{BDBB161A-AB8C-4A87-9CB7-07EE5007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643890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6" name="shape-0065">
            <a:extLst xmlns:a="http://schemas.openxmlformats.org/drawingml/2006/main">
              <a:ext uri="{FF2B5EF4-FFF2-40B4-BE49-F238E27FC236}">
                <a16:creationId xmlns:a16="http://schemas.microsoft.com/office/drawing/2014/main" id="{94553C04-7E42-4077-89D1-6850F271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3295" y="64179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67" name="line-0066">
            <a:extLst xmlns:a="http://schemas.openxmlformats.org/drawingml/2006/main">
              <a:ext uri="{FF2B5EF4-FFF2-40B4-BE49-F238E27FC236}">
                <a16:creationId xmlns:a16="http://schemas.microsoft.com/office/drawing/2014/main" id="{5BA6D1B4-4302-4825-A00D-1120C204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06200" y="6276975"/>
            <a:ext cx="953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8" name="shape-0067">
            <a:extLst xmlns:a="http://schemas.openxmlformats.org/drawingml/2006/main">
              <a:ext uri="{FF2B5EF4-FFF2-40B4-BE49-F238E27FC236}">
                <a16:creationId xmlns:a16="http://schemas.microsoft.com/office/drawing/2014/main" id="{F35F3E1F-3D8B-44C5-B29F-713AD2EC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0" y="62655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9" name="line-0068">
            <a:extLst xmlns:a="http://schemas.openxmlformats.org/drawingml/2006/main">
              <a:ext uri="{FF2B5EF4-FFF2-40B4-BE49-F238E27FC236}">
                <a16:creationId xmlns:a16="http://schemas.microsoft.com/office/drawing/2014/main" id="{A2409DE0-42B3-4136-9E71-6FDFE731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8150" y="66294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0" name="shape-0069">
            <a:extLst xmlns:a="http://schemas.openxmlformats.org/drawingml/2006/main">
              <a:ext uri="{FF2B5EF4-FFF2-40B4-BE49-F238E27FC236}">
                <a16:creationId xmlns:a16="http://schemas.microsoft.com/office/drawing/2014/main" id="{5143F309-1927-4C27-BD4C-336397C7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720" y="6617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1" name="line-0070">
            <a:extLst xmlns:a="http://schemas.openxmlformats.org/drawingml/2006/main">
              <a:ext uri="{FF2B5EF4-FFF2-40B4-BE49-F238E27FC236}">
                <a16:creationId xmlns:a16="http://schemas.microsoft.com/office/drawing/2014/main" id="{910FA265-AF64-4588-9E4D-472F5EFD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30100" y="6467475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2" name="shape-0071">
            <a:extLst xmlns:a="http://schemas.openxmlformats.org/drawingml/2006/main">
              <a:ext uri="{FF2B5EF4-FFF2-40B4-BE49-F238E27FC236}">
                <a16:creationId xmlns:a16="http://schemas.microsoft.com/office/drawing/2014/main" id="{01D86FAC-6F6A-43E5-9A05-1BA5F379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70" y="64560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3" name="text-0072">
            <a:extLst xmlns:a="http://schemas.openxmlformats.org/drawingml/2006/main">
              <a:ext uri="{FF2B5EF4-FFF2-40B4-BE49-F238E27FC236}">
                <a16:creationId xmlns:a16="http://schemas.microsoft.com/office/drawing/2014/main" id="{0375C390-939B-40D1-A4AF-027105A6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04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4" name="text-0073">
            <a:extLst xmlns:a="http://schemas.openxmlformats.org/drawingml/2006/main">
              <a:ext uri="{FF2B5EF4-FFF2-40B4-BE49-F238E27FC236}">
                <a16:creationId xmlns:a16="http://schemas.microsoft.com/office/drawing/2014/main" id="{AB112119-F302-4B7B-AA97-388EB1EE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将统计异常转化为</a:t>
            </a:r>
          </a:p>
          <a:p xmlns:a="http://schemas.openxmlformats.org/drawingml/2006/main">
            <a:pPr algn="l">
              <a:defRPr sz="36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事件级定年建议</a:t>
            </a:r>
          </a:p>
        </p:txBody>
      </p:sp>
      <p:sp>
        <p:nvSpPr>
          <p:cNvPr id="75" name="text-0074">
            <a:extLst xmlns:a="http://schemas.openxmlformats.org/drawingml/2006/main">
              <a:ext uri="{FF2B5EF4-FFF2-40B4-BE49-F238E27FC236}">
                <a16:creationId xmlns:a16="http://schemas.microsoft.com/office/drawing/2014/main" id="{C17F8E83-BDFD-4A34-A9E6-6245ABCE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Crossdating-IDM 定年建议输出流程</a:t>
            </a:r>
          </a:p>
        </p:txBody>
      </p:sp>
      <p:sp>
        <p:nvSpPr>
          <p:cNvPr id="76" name="line-0075">
            <a:extLst xmlns:a="http://schemas.openxmlformats.org/drawingml/2006/main">
              <a:ext uri="{FF2B5EF4-FFF2-40B4-BE49-F238E27FC236}">
                <a16:creationId xmlns:a16="http://schemas.microsoft.com/office/drawing/2014/main" id="{CFEDBD44-E684-4427-A45D-D8158502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4352925"/>
            <a:ext cx="185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77" name="text-0076">
            <a:extLst xmlns:a="http://schemas.openxmlformats.org/drawingml/2006/main">
              <a:ext uri="{FF2B5EF4-FFF2-40B4-BE49-F238E27FC236}">
                <a16:creationId xmlns:a16="http://schemas.microsoft.com/office/drawing/2014/main" id="{161AB803-63AE-4D86-8DF9-106E5B5A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操作类型 × 位移量 × 主复核窗</a:t>
            </a:r>
          </a:p>
        </p:txBody>
      </p:sp>
      <p:sp>
        <p:nvSpPr>
          <p:cNvPr id="78" name="line-0077">
            <a:extLst xmlns:a="http://schemas.openxmlformats.org/drawingml/2006/main">
              <a:ext uri="{FF2B5EF4-FFF2-40B4-BE49-F238E27FC236}">
                <a16:creationId xmlns:a16="http://schemas.microsoft.com/office/drawing/2014/main" id="{B8792646-B7E7-424C-BE34-67D13F11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4905375"/>
            <a:ext cx="423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79" name="text-0078">
            <a:extLst xmlns:a="http://schemas.openxmlformats.org/drawingml/2006/main">
              <a:ext uri="{FF2B5EF4-FFF2-40B4-BE49-F238E27FC236}">
                <a16:creationId xmlns:a16="http://schemas.microsoft.com/office/drawing/2014/main" id="{3D6BF477-8AF5-430E-9300-5EBAE591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受约束 lag 拓扑 · 可执行反事实 · 多参考芯证据</a:t>
            </a:r>
          </a:p>
        </p:txBody>
      </p:sp>
      <p:sp>
        <p:nvSpPr>
          <p:cNvPr id="80" name="shape-0079">
            <a:extLst xmlns:a="http://schemas.openxmlformats.org/drawingml/2006/main">
              <a:ext uri="{FF2B5EF4-FFF2-40B4-BE49-F238E27FC236}">
                <a16:creationId xmlns:a16="http://schemas.microsoft.com/office/drawing/2014/main" id="{8433F4FA-5928-4727-B00D-3EB77D05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15716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D5"/>
          </a:solidFill>
          <a:ln xmlns:a="http://schemas.openxmlformats.org/drawingml/2006/main" w="0">
            <a:solidFill>
              <a:srgbClr val="E6E9D5"/>
            </a:solidFill>
            <a:prstDash val="solid"/>
          </a:ln>
        </p:spPr>
      </p:sp>
      <p:sp>
        <p:nvSpPr>
          <p:cNvPr id="81" name="shape-0080">
            <a:extLst xmlns:a="http://schemas.openxmlformats.org/drawingml/2006/main">
              <a:ext uri="{FF2B5EF4-FFF2-40B4-BE49-F238E27FC236}">
                <a16:creationId xmlns:a16="http://schemas.microsoft.com/office/drawing/2014/main" id="{38F4E686-B817-4EF1-BAB4-10AEB0C7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13335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4C5"/>
          </a:solidFill>
          <a:ln xmlns:a="http://schemas.openxmlformats.org/drawingml/2006/main" w="0">
            <a:solidFill>
              <a:srgbClr val="F2E4C5"/>
            </a:solidFill>
            <a:prstDash val="solid"/>
          </a:ln>
        </p:spPr>
      </p:sp>
      <p:sp>
        <p:nvSpPr>
          <p:cNvPr id="82" name="shape-0081">
            <a:extLst xmlns:a="http://schemas.openxmlformats.org/drawingml/2006/main">
              <a:ext uri="{FF2B5EF4-FFF2-40B4-BE49-F238E27FC236}">
                <a16:creationId xmlns:a16="http://schemas.microsoft.com/office/drawing/2014/main" id="{0D43CF18-A7B1-4F47-8502-EC68A4A5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1333500"/>
            <a:ext cx="4762500" cy="476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83" name="shape-0082">
            <a:extLst xmlns:a="http://schemas.openxmlformats.org/drawingml/2006/main">
              <a:ext uri="{FF2B5EF4-FFF2-40B4-BE49-F238E27FC236}">
                <a16:creationId xmlns:a16="http://schemas.microsoft.com/office/drawing/2014/main" id="{F37F6E72-3B00-4F9A-A9E8-325DD9AB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5542" y="1465792"/>
            <a:ext cx="4497917" cy="449791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84" name="shape-0083">
            <a:extLst xmlns:a="http://schemas.openxmlformats.org/drawingml/2006/main">
              <a:ext uri="{FF2B5EF4-FFF2-40B4-BE49-F238E27FC236}">
                <a16:creationId xmlns:a16="http://schemas.microsoft.com/office/drawing/2014/main" id="{714CAE5A-68EA-4998-B551-B3DD96FB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833" y="1598083"/>
            <a:ext cx="4233333" cy="42333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85" name="shape-0084">
            <a:extLst xmlns:a="http://schemas.openxmlformats.org/drawingml/2006/main">
              <a:ext uri="{FF2B5EF4-FFF2-40B4-BE49-F238E27FC236}">
                <a16:creationId xmlns:a16="http://schemas.microsoft.com/office/drawing/2014/main" id="{10C01996-840F-40E8-A788-05047E6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0125" y="1730375"/>
            <a:ext cx="3968750" cy="396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86" name="shape-0085">
            <a:extLst xmlns:a="http://schemas.openxmlformats.org/drawingml/2006/main">
              <a:ext uri="{FF2B5EF4-FFF2-40B4-BE49-F238E27FC236}">
                <a16:creationId xmlns:a16="http://schemas.microsoft.com/office/drawing/2014/main" id="{F4E7777A-1868-4459-B93B-670AAD1D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2417" y="1862667"/>
            <a:ext cx="3704167" cy="370416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87" name="shape-0086">
            <a:extLst xmlns:a="http://schemas.openxmlformats.org/drawingml/2006/main">
              <a:ext uri="{FF2B5EF4-FFF2-40B4-BE49-F238E27FC236}">
                <a16:creationId xmlns:a16="http://schemas.microsoft.com/office/drawing/2014/main" id="{DE1ABD11-BEBA-4046-A227-BFFBD37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4708" y="1994958"/>
            <a:ext cx="3439583" cy="343958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88" name="shape-0087">
            <a:extLst xmlns:a="http://schemas.openxmlformats.org/drawingml/2006/main">
              <a:ext uri="{FF2B5EF4-FFF2-40B4-BE49-F238E27FC236}">
                <a16:creationId xmlns:a16="http://schemas.microsoft.com/office/drawing/2014/main" id="{9C0C7C21-6844-4D8E-B729-63921F4A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7000" y="2127250"/>
            <a:ext cx="3175000" cy="317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89" name="shape-0088">
            <a:extLst xmlns:a="http://schemas.openxmlformats.org/drawingml/2006/main">
              <a:ext uri="{FF2B5EF4-FFF2-40B4-BE49-F238E27FC236}">
                <a16:creationId xmlns:a16="http://schemas.microsoft.com/office/drawing/2014/main" id="{4D3401FA-DC81-4575-A14C-B67DC128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9292" y="2259542"/>
            <a:ext cx="2910417" cy="291041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90" name="shape-0089">
            <a:extLst xmlns:a="http://schemas.openxmlformats.org/drawingml/2006/main">
              <a:ext uri="{FF2B5EF4-FFF2-40B4-BE49-F238E27FC236}">
                <a16:creationId xmlns:a16="http://schemas.microsoft.com/office/drawing/2014/main" id="{B08593FA-221B-4101-908D-3C2A476F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1583" y="2391833"/>
            <a:ext cx="2645833" cy="26458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91" name="shape-0090">
            <a:extLst xmlns:a="http://schemas.openxmlformats.org/drawingml/2006/main">
              <a:ext uri="{FF2B5EF4-FFF2-40B4-BE49-F238E27FC236}">
                <a16:creationId xmlns:a16="http://schemas.microsoft.com/office/drawing/2014/main" id="{78898222-9861-484F-B303-AEEF4576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3875" y="252412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92" name="shape-0091">
            <a:extLst xmlns:a="http://schemas.openxmlformats.org/drawingml/2006/main">
              <a:ext uri="{FF2B5EF4-FFF2-40B4-BE49-F238E27FC236}">
                <a16:creationId xmlns:a16="http://schemas.microsoft.com/office/drawing/2014/main" id="{A1F4875A-FF2B-4008-A017-2A8D4627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6167" y="2656417"/>
            <a:ext cx="2116667" cy="211666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93" name="shape-0092">
            <a:extLst xmlns:a="http://schemas.openxmlformats.org/drawingml/2006/main">
              <a:ext uri="{FF2B5EF4-FFF2-40B4-BE49-F238E27FC236}">
                <a16:creationId xmlns:a16="http://schemas.microsoft.com/office/drawing/2014/main" id="{BA1A5911-A88B-4AAD-8877-AECE06FA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8458" y="2788708"/>
            <a:ext cx="1852083" cy="185208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94" name="shape-0093">
            <a:extLst xmlns:a="http://schemas.openxmlformats.org/drawingml/2006/main">
              <a:ext uri="{FF2B5EF4-FFF2-40B4-BE49-F238E27FC236}">
                <a16:creationId xmlns:a16="http://schemas.microsoft.com/office/drawing/2014/main" id="{BD5BF16A-1C24-4FC9-8814-CD0CD988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0750" y="2921000"/>
            <a:ext cx="1587500" cy="158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95" name="shape-0094">
            <a:extLst xmlns:a="http://schemas.openxmlformats.org/drawingml/2006/main">
              <a:ext uri="{FF2B5EF4-FFF2-40B4-BE49-F238E27FC236}">
                <a16:creationId xmlns:a16="http://schemas.microsoft.com/office/drawing/2014/main" id="{D6CC396E-2A1A-4EF7-8A77-6359924A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3042" y="3053292"/>
            <a:ext cx="1322917" cy="132291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96" name="shape-0095">
            <a:extLst xmlns:a="http://schemas.openxmlformats.org/drawingml/2006/main">
              <a:ext uri="{FF2B5EF4-FFF2-40B4-BE49-F238E27FC236}">
                <a16:creationId xmlns:a16="http://schemas.microsoft.com/office/drawing/2014/main" id="{EDA52F93-5AC1-41F1-A173-7EB8E8CE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5333" y="3185583"/>
            <a:ext cx="1058333" cy="10583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97" name="shape-0096">
            <a:extLst xmlns:a="http://schemas.openxmlformats.org/drawingml/2006/main">
              <a:ext uri="{FF2B5EF4-FFF2-40B4-BE49-F238E27FC236}">
                <a16:creationId xmlns:a16="http://schemas.microsoft.com/office/drawing/2014/main" id="{F6E24C4D-D6C6-41B0-AC35-15C124FF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625" y="3317875"/>
            <a:ext cx="793750" cy="793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98" name="shape-0097">
            <a:extLst xmlns:a="http://schemas.openxmlformats.org/drawingml/2006/main">
              <a:ext uri="{FF2B5EF4-FFF2-40B4-BE49-F238E27FC236}">
                <a16:creationId xmlns:a16="http://schemas.microsoft.com/office/drawing/2014/main" id="{D9571A59-351A-4705-978B-129F81D2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9917" y="3450167"/>
            <a:ext cx="529167" cy="52916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99" name="shape-0098">
            <a:extLst xmlns:a="http://schemas.openxmlformats.org/drawingml/2006/main">
              <a:ext uri="{FF2B5EF4-FFF2-40B4-BE49-F238E27FC236}">
                <a16:creationId xmlns:a16="http://schemas.microsoft.com/office/drawing/2014/main" id="{6CA55D03-CB21-4C26-A4A1-0ADDCFDD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2208" y="3582458"/>
            <a:ext cx="264583" cy="26458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00" name="line-0099">
            <a:extLst xmlns:a="http://schemas.openxmlformats.org/drawingml/2006/main">
              <a:ext uri="{FF2B5EF4-FFF2-40B4-BE49-F238E27FC236}">
                <a16:creationId xmlns:a16="http://schemas.microsoft.com/office/drawing/2014/main" id="{60DB4226-7A6D-462D-BA48-963711B7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3714750"/>
            <a:ext cx="5048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E7770"/>
            </a:solidFill>
            <a:prstDash val="dash"/>
          </a:ln>
        </p:spPr>
      </p:sp>
      <p:sp>
        <p:nvSpPr>
          <p:cNvPr id="101" name="line-0100">
            <a:extLst xmlns:a="http://schemas.openxmlformats.org/drawingml/2006/main">
              <a:ext uri="{FF2B5EF4-FFF2-40B4-BE49-F238E27FC236}">
                <a16:creationId xmlns:a16="http://schemas.microsoft.com/office/drawing/2014/main" id="{733034EA-BC61-43A4-9794-CE5B29C4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1625" y="904875"/>
            <a:ext cx="953" cy="490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2" name="line-0101">
            <a:extLst xmlns:a="http://schemas.openxmlformats.org/drawingml/2006/main">
              <a:ext uri="{FF2B5EF4-FFF2-40B4-BE49-F238E27FC236}">
                <a16:creationId xmlns:a16="http://schemas.microsoft.com/office/drawing/2014/main" id="{A6796683-E144-4535-82B3-FDB64E3F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3571875"/>
            <a:ext cx="476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03" name="line-0102">
            <a:extLst xmlns:a="http://schemas.openxmlformats.org/drawingml/2006/main">
              <a:ext uri="{FF2B5EF4-FFF2-40B4-BE49-F238E27FC236}">
                <a16:creationId xmlns:a16="http://schemas.microsoft.com/office/drawing/2014/main" id="{4780CCEE-C9FD-47F8-9E7E-6AB57DE2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5483225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04" name="line-0103">
            <a:extLst xmlns:a="http://schemas.openxmlformats.org/drawingml/2006/main">
              <a:ext uri="{FF2B5EF4-FFF2-40B4-BE49-F238E27FC236}">
                <a16:creationId xmlns:a16="http://schemas.microsoft.com/office/drawing/2014/main" id="{A9345968-9BEB-4417-B8CB-4357E383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54875" y="5278438"/>
            <a:ext cx="953" cy="204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05" name="line-0104">
            <a:extLst xmlns:a="http://schemas.openxmlformats.org/drawingml/2006/main">
              <a:ext uri="{FF2B5EF4-FFF2-40B4-BE49-F238E27FC236}">
                <a16:creationId xmlns:a16="http://schemas.microsoft.com/office/drawing/2014/main" id="{8B01F0D4-B3DE-4FF0-9DA0-760D7E72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4875" y="5278438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06" name="line-0105">
            <a:extLst xmlns:a="http://schemas.openxmlformats.org/drawingml/2006/main">
              <a:ext uri="{FF2B5EF4-FFF2-40B4-BE49-F238E27FC236}">
                <a16:creationId xmlns:a16="http://schemas.microsoft.com/office/drawing/2014/main" id="{BE43E567-98BE-4AEC-A8A6-40BCE240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51750" y="5073650"/>
            <a:ext cx="953" cy="204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07" name="line-0106">
            <a:extLst xmlns:a="http://schemas.openxmlformats.org/drawingml/2006/main">
              <a:ext uri="{FF2B5EF4-FFF2-40B4-BE49-F238E27FC236}">
                <a16:creationId xmlns:a16="http://schemas.microsoft.com/office/drawing/2014/main" id="{C591B7FD-5E83-48C9-9D2B-E09E0EE4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51750" y="5073650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08" name="line-0107">
            <a:extLst xmlns:a="http://schemas.openxmlformats.org/drawingml/2006/main">
              <a:ext uri="{FF2B5EF4-FFF2-40B4-BE49-F238E27FC236}">
                <a16:creationId xmlns:a16="http://schemas.microsoft.com/office/drawing/2014/main" id="{7E2F5F5D-8D48-494C-AC59-E2EC35B6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48625" y="4800600"/>
            <a:ext cx="953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09" name="line-0108">
            <a:extLst xmlns:a="http://schemas.openxmlformats.org/drawingml/2006/main">
              <a:ext uri="{FF2B5EF4-FFF2-40B4-BE49-F238E27FC236}">
                <a16:creationId xmlns:a16="http://schemas.microsoft.com/office/drawing/2014/main" id="{8AF9337C-FF25-44DD-A855-E5AAD4C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48625" y="4800600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0" name="line-0109">
            <a:extLst xmlns:a="http://schemas.openxmlformats.org/drawingml/2006/main">
              <a:ext uri="{FF2B5EF4-FFF2-40B4-BE49-F238E27FC236}">
                <a16:creationId xmlns:a16="http://schemas.microsoft.com/office/drawing/2014/main" id="{154F0966-D72B-4203-9B6B-5C68F7E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45500" y="4595813"/>
            <a:ext cx="953" cy="204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1" name="line-0110">
            <a:extLst xmlns:a="http://schemas.openxmlformats.org/drawingml/2006/main">
              <a:ext uri="{FF2B5EF4-FFF2-40B4-BE49-F238E27FC236}">
                <a16:creationId xmlns:a16="http://schemas.microsoft.com/office/drawing/2014/main" id="{ABD06D1E-BC0B-4848-9017-CC94F58B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45500" y="4595813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2" name="line-0111">
            <a:extLst xmlns:a="http://schemas.openxmlformats.org/drawingml/2006/main">
              <a:ext uri="{FF2B5EF4-FFF2-40B4-BE49-F238E27FC236}">
                <a16:creationId xmlns:a16="http://schemas.microsoft.com/office/drawing/2014/main" id="{819A6C5F-13FC-413F-811D-0D694226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42375" y="4322763"/>
            <a:ext cx="953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3" name="line-0112">
            <a:extLst xmlns:a="http://schemas.openxmlformats.org/drawingml/2006/main">
              <a:ext uri="{FF2B5EF4-FFF2-40B4-BE49-F238E27FC236}">
                <a16:creationId xmlns:a16="http://schemas.microsoft.com/office/drawing/2014/main" id="{C3DEAD8D-F7DE-4979-89B1-78865620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42375" y="4322763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4" name="line-0113">
            <a:extLst xmlns:a="http://schemas.openxmlformats.org/drawingml/2006/main">
              <a:ext uri="{FF2B5EF4-FFF2-40B4-BE49-F238E27FC236}">
                <a16:creationId xmlns:a16="http://schemas.microsoft.com/office/drawing/2014/main" id="{8E3B5882-827F-43E8-B528-5982360F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239250" y="4117975"/>
            <a:ext cx="953" cy="204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5" name="line-0114">
            <a:extLst xmlns:a="http://schemas.openxmlformats.org/drawingml/2006/main">
              <a:ext uri="{FF2B5EF4-FFF2-40B4-BE49-F238E27FC236}">
                <a16:creationId xmlns:a16="http://schemas.microsoft.com/office/drawing/2014/main" id="{7A3A5CA8-92DA-4BD6-847D-2B742B9E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39250" y="4117975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6" name="line-0115">
            <a:extLst xmlns:a="http://schemas.openxmlformats.org/drawingml/2006/main">
              <a:ext uri="{FF2B5EF4-FFF2-40B4-BE49-F238E27FC236}">
                <a16:creationId xmlns:a16="http://schemas.microsoft.com/office/drawing/2014/main" id="{3F744558-7986-4368-AF47-E63F5253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36125" y="3776663"/>
            <a:ext cx="953" cy="341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7" name="line-0116">
            <a:extLst xmlns:a="http://schemas.openxmlformats.org/drawingml/2006/main">
              <a:ext uri="{FF2B5EF4-FFF2-40B4-BE49-F238E27FC236}">
                <a16:creationId xmlns:a16="http://schemas.microsoft.com/office/drawing/2014/main" id="{64516A2C-DD4F-495A-9E58-3874EE5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36125" y="3776663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8" name="line-0117">
            <a:extLst xmlns:a="http://schemas.openxmlformats.org/drawingml/2006/main">
              <a:ext uri="{FF2B5EF4-FFF2-40B4-BE49-F238E27FC236}">
                <a16:creationId xmlns:a16="http://schemas.microsoft.com/office/drawing/2014/main" id="{4975C0B3-22B6-4A44-BBFF-EC5FC52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33000" y="3503613"/>
            <a:ext cx="953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19" name="line-0118">
            <a:extLst xmlns:a="http://schemas.openxmlformats.org/drawingml/2006/main">
              <a:ext uri="{FF2B5EF4-FFF2-40B4-BE49-F238E27FC236}">
                <a16:creationId xmlns:a16="http://schemas.microsoft.com/office/drawing/2014/main" id="{FDEBCBB2-A920-4000-87AD-B6930511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33000" y="3503613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20" name="line-0119">
            <a:extLst xmlns:a="http://schemas.openxmlformats.org/drawingml/2006/main">
              <a:ext uri="{FF2B5EF4-FFF2-40B4-BE49-F238E27FC236}">
                <a16:creationId xmlns:a16="http://schemas.microsoft.com/office/drawing/2014/main" id="{C049DC46-D69A-4A7C-AADD-BF0A29D9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429875" y="3230562"/>
            <a:ext cx="953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21" name="line-0120">
            <a:extLst xmlns:a="http://schemas.openxmlformats.org/drawingml/2006/main">
              <a:ext uri="{FF2B5EF4-FFF2-40B4-BE49-F238E27FC236}">
                <a16:creationId xmlns:a16="http://schemas.microsoft.com/office/drawing/2014/main" id="{F420F47F-AC7D-4FEA-8C41-3913F3D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9875" y="3230562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22" name="line-0121">
            <a:extLst xmlns:a="http://schemas.openxmlformats.org/drawingml/2006/main">
              <a:ext uri="{FF2B5EF4-FFF2-40B4-BE49-F238E27FC236}">
                <a16:creationId xmlns:a16="http://schemas.microsoft.com/office/drawing/2014/main" id="{7D9CE544-B156-49C9-9C9C-2C7E3A9B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26750" y="2957513"/>
            <a:ext cx="953" cy="27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23" name="line-0122">
            <a:extLst xmlns:a="http://schemas.openxmlformats.org/drawingml/2006/main">
              <a:ext uri="{FF2B5EF4-FFF2-40B4-BE49-F238E27FC236}">
                <a16:creationId xmlns:a16="http://schemas.microsoft.com/office/drawing/2014/main" id="{CE5E6E71-5DAA-43B3-AF74-1DF9EB45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26750" y="2957513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24" name="line-0123">
            <a:extLst xmlns:a="http://schemas.openxmlformats.org/drawingml/2006/main">
              <a:ext uri="{FF2B5EF4-FFF2-40B4-BE49-F238E27FC236}">
                <a16:creationId xmlns:a16="http://schemas.microsoft.com/office/drawing/2014/main" id="{11564E71-EBC0-4D62-91E8-23A40E96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23625" y="2752725"/>
            <a:ext cx="953" cy="204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25" name="line-0124">
            <a:extLst xmlns:a="http://schemas.openxmlformats.org/drawingml/2006/main">
              <a:ext uri="{FF2B5EF4-FFF2-40B4-BE49-F238E27FC236}">
                <a16:creationId xmlns:a16="http://schemas.microsoft.com/office/drawing/2014/main" id="{51C45628-45B2-4FAE-BD6E-6A9D027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23625" y="2752725"/>
            <a:ext cx="396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5C5B"/>
            </a:solidFill>
            <a:prstDash val="solid"/>
          </a:ln>
        </p:spPr>
      </p:sp>
      <p:sp>
        <p:nvSpPr>
          <p:cNvPr id="126" name="shape-0125">
            <a:extLst xmlns:a="http://schemas.openxmlformats.org/drawingml/2006/main">
              <a:ext uri="{FF2B5EF4-FFF2-40B4-BE49-F238E27FC236}">
                <a16:creationId xmlns:a16="http://schemas.microsoft.com/office/drawing/2014/main" id="{08EE94B4-F4C1-422C-8CC7-7582A64A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175" y="4876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38100">
            <a:solidFill>
              <a:srgbClr val="FFFDF8"/>
            </a:solidFill>
            <a:prstDash val="solid"/>
          </a:ln>
        </p:spPr>
      </p:sp>
      <p:sp>
        <p:nvSpPr>
          <p:cNvPr id="127" name="shape-0126">
            <a:extLst xmlns:a="http://schemas.openxmlformats.org/drawingml/2006/main">
              <a:ext uri="{FF2B5EF4-FFF2-40B4-BE49-F238E27FC236}">
                <a16:creationId xmlns:a16="http://schemas.microsoft.com/office/drawing/2014/main" id="{1C1A5E8E-834E-4810-A19C-BBD6A444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9725" y="3543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A3A"/>
          </a:solidFill>
          <a:ln xmlns:a="http://schemas.openxmlformats.org/drawingml/2006/main" w="38100">
            <a:solidFill>
              <a:srgbClr val="FFFDF8"/>
            </a:solidFill>
            <a:prstDash val="solid"/>
          </a:ln>
        </p:spPr>
      </p:sp>
      <p:sp>
        <p:nvSpPr>
          <p:cNvPr id="128" name="shape-0127">
            <a:extLst xmlns:a="http://schemas.openxmlformats.org/drawingml/2006/main">
              <a:ext uri="{FF2B5EF4-FFF2-40B4-BE49-F238E27FC236}">
                <a16:creationId xmlns:a16="http://schemas.microsoft.com/office/drawing/2014/main" id="{40E0084B-85CD-4372-B570-F72432E1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2257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38100">
            <a:solidFill>
              <a:srgbClr val="FFFDF8"/>
            </a:solidFill>
            <a:prstDash val="solid"/>
          </a:ln>
        </p:spPr>
      </p:sp>
      <p:sp>
        <p:nvSpPr>
          <p:cNvPr id="129" name="text-0128">
            <a:extLst xmlns:a="http://schemas.openxmlformats.org/drawingml/2006/main">
              <a:ext uri="{FF2B5EF4-FFF2-40B4-BE49-F238E27FC236}">
                <a16:creationId xmlns:a16="http://schemas.microsoft.com/office/drawing/2014/main" id="{1ABF5967-62FE-4CF4-B0D6-49E935FF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10250"/>
            <a:ext cx="45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1900</a:t>
            </a:r>
          </a:p>
        </p:txBody>
      </p:sp>
      <p:sp>
        <p:nvSpPr>
          <p:cNvPr id="130" name="text-0129">
            <a:extLst xmlns:a="http://schemas.openxmlformats.org/drawingml/2006/main">
              <a:ext uri="{FF2B5EF4-FFF2-40B4-BE49-F238E27FC236}">
                <a16:creationId xmlns:a16="http://schemas.microsoft.com/office/drawing/2014/main" id="{A6B903A1-200F-4B61-93DF-3DD30F2F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810250"/>
            <a:ext cx="45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1920</a:t>
            </a:r>
          </a:p>
        </p:txBody>
      </p:sp>
      <p:sp>
        <p:nvSpPr>
          <p:cNvPr id="131" name="text-0130">
            <a:extLst xmlns:a="http://schemas.openxmlformats.org/drawingml/2006/main">
              <a:ext uri="{FF2B5EF4-FFF2-40B4-BE49-F238E27FC236}">
                <a16:creationId xmlns:a16="http://schemas.microsoft.com/office/drawing/2014/main" id="{AD121952-5145-4686-86AF-1FD1053D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810250"/>
            <a:ext cx="45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1940</a:t>
            </a:r>
          </a:p>
        </p:txBody>
      </p:sp>
      <p:sp>
        <p:nvSpPr>
          <p:cNvPr id="132" name="text-0131">
            <a:extLst xmlns:a="http://schemas.openxmlformats.org/drawingml/2006/main">
              <a:ext uri="{FF2B5EF4-FFF2-40B4-BE49-F238E27FC236}">
                <a16:creationId xmlns:a16="http://schemas.microsoft.com/office/drawing/2014/main" id="{8435313B-18D3-4915-A581-8F6452CF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810250"/>
            <a:ext cx="45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1960</a:t>
            </a:r>
          </a:p>
        </p:txBody>
      </p:sp>
      <p:sp>
        <p:nvSpPr>
          <p:cNvPr id="133" name="text-0132">
            <a:extLst xmlns:a="http://schemas.openxmlformats.org/drawingml/2006/main">
              <a:ext uri="{FF2B5EF4-FFF2-40B4-BE49-F238E27FC236}">
                <a16:creationId xmlns:a16="http://schemas.microsoft.com/office/drawing/2014/main" id="{4EB99993-A0CF-422B-9503-3A10598C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810250"/>
            <a:ext cx="45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1980</a:t>
            </a:r>
          </a:p>
        </p:txBody>
      </p:sp>
      <p:sp>
        <p:nvSpPr>
          <p:cNvPr id="134" name="text-0133">
            <a:extLst xmlns:a="http://schemas.openxmlformats.org/drawingml/2006/main">
              <a:ext uri="{FF2B5EF4-FFF2-40B4-BE49-F238E27FC236}">
                <a16:creationId xmlns:a16="http://schemas.microsoft.com/office/drawing/2014/main" id="{01367BBD-C761-4595-A4A9-447F4153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10250"/>
            <a:ext cx="45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2000</a:t>
            </a:r>
          </a:p>
        </p:txBody>
      </p:sp>
      <p:sp>
        <p:nvSpPr>
          <p:cNvPr id="135" name="text-0134">
            <a:extLst xmlns:a="http://schemas.openxmlformats.org/drawingml/2006/main">
              <a:ext uri="{FF2B5EF4-FFF2-40B4-BE49-F238E27FC236}">
                <a16:creationId xmlns:a16="http://schemas.microsoft.com/office/drawing/2014/main" id="{43C1A305-9226-4B44-887D-6535BA6C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810250"/>
            <a:ext cx="457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2020</a:t>
            </a:r>
          </a:p>
        </p:txBody>
      </p:sp>
      <p:sp>
        <p:nvSpPr>
          <p:cNvPr id="136" name="text-0135">
            <a:extLst xmlns:a="http://schemas.openxmlformats.org/drawingml/2006/main">
              <a:ext uri="{FF2B5EF4-FFF2-40B4-BE49-F238E27FC236}">
                <a16:creationId xmlns:a16="http://schemas.microsoft.com/office/drawing/2014/main" id="{AD490CA0-4483-4411-AE56-457D4D09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8858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+3</a:t>
            </a:r>
          </a:p>
        </p:txBody>
      </p:sp>
      <p:sp>
        <p:nvSpPr>
          <p:cNvPr id="137" name="text-0136">
            <a:extLst xmlns:a="http://schemas.openxmlformats.org/drawingml/2006/main">
              <a:ext uri="{FF2B5EF4-FFF2-40B4-BE49-F238E27FC236}">
                <a16:creationId xmlns:a16="http://schemas.microsoft.com/office/drawing/2014/main" id="{B3C04259-1B04-4FE6-8F33-7ACF7DCB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811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+2</a:t>
            </a:r>
          </a:p>
        </p:txBody>
      </p:sp>
      <p:sp>
        <p:nvSpPr>
          <p:cNvPr id="138" name="text-0137">
            <a:extLst xmlns:a="http://schemas.openxmlformats.org/drawingml/2006/main">
              <a:ext uri="{FF2B5EF4-FFF2-40B4-BE49-F238E27FC236}">
                <a16:creationId xmlns:a16="http://schemas.microsoft.com/office/drawing/2014/main" id="{68D24229-3ED3-480A-9D38-B477CA1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764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+1</a:t>
            </a:r>
          </a:p>
        </p:txBody>
      </p:sp>
      <p:sp>
        <p:nvSpPr>
          <p:cNvPr id="139" name="text-0138">
            <a:extLst xmlns:a="http://schemas.openxmlformats.org/drawingml/2006/main">
              <a:ext uri="{FF2B5EF4-FFF2-40B4-BE49-F238E27FC236}">
                <a16:creationId xmlns:a16="http://schemas.microsoft.com/office/drawing/2014/main" id="{E2D9C955-E369-4BBE-97BF-B342FA70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717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0" name="text-0139">
            <a:extLst xmlns:a="http://schemas.openxmlformats.org/drawingml/2006/main">
              <a:ext uri="{FF2B5EF4-FFF2-40B4-BE49-F238E27FC236}">
                <a16:creationId xmlns:a16="http://schemas.microsoft.com/office/drawing/2014/main" id="{F5A32EA8-A0AB-44B9-BA51-476CA510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670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−1</a:t>
            </a:r>
          </a:p>
        </p:txBody>
      </p:sp>
      <p:sp>
        <p:nvSpPr>
          <p:cNvPr id="141" name="text-0140">
            <a:extLst xmlns:a="http://schemas.openxmlformats.org/drawingml/2006/main">
              <a:ext uri="{FF2B5EF4-FFF2-40B4-BE49-F238E27FC236}">
                <a16:creationId xmlns:a16="http://schemas.microsoft.com/office/drawing/2014/main" id="{46D57FD8-D879-4DCA-BF23-13C1C155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623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−2</a:t>
            </a:r>
          </a:p>
        </p:txBody>
      </p:sp>
      <p:sp>
        <p:nvSpPr>
          <p:cNvPr id="142" name="text-0141">
            <a:extLst xmlns:a="http://schemas.openxmlformats.org/drawingml/2006/main">
              <a:ext uri="{FF2B5EF4-FFF2-40B4-BE49-F238E27FC236}">
                <a16:creationId xmlns:a16="http://schemas.microsoft.com/office/drawing/2014/main" id="{1DA7898F-A1EC-4E55-B152-20B9A5D2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576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−3</a:t>
            </a:r>
          </a:p>
        </p:txBody>
      </p:sp>
      <p:sp>
        <p:nvSpPr>
          <p:cNvPr id="143" name="text-0142">
            <a:extLst xmlns:a="http://schemas.openxmlformats.org/drawingml/2006/main">
              <a:ext uri="{FF2B5EF4-FFF2-40B4-BE49-F238E27FC236}">
                <a16:creationId xmlns:a16="http://schemas.microsoft.com/office/drawing/2014/main" id="{A0407D2D-9307-4FC5-A030-BBE75CBF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年  份</a:t>
            </a:r>
          </a:p>
        </p:txBody>
      </p:sp>
    </p:spTree>
    <p:extLst>
      <p:ext uri="{BB962C8B-B14F-4D97-AF65-F5344CB8AC3E}">
        <p14:creationId xmlns:p14="http://schemas.microsoft.com/office/powerpoint/2010/main" val="522105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40599666c4285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61937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shape-0143">
            <a:extLst xmlns:a="http://schemas.openxmlformats.org/drawingml/2006/main">
              <a:ext uri="{FF2B5EF4-FFF2-40B4-BE49-F238E27FC236}">
                <a16:creationId xmlns:a16="http://schemas.microsoft.com/office/drawing/2014/main" id="{9CDA5891-7EB4-4A44-9103-157CC54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91250"/>
            <a:ext cx="409575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E7DE"/>
          </a:solidFill>
          <a:ln xmlns:a="http://schemas.openxmlformats.org/drawingml/2006/main" w="1905">
            <a:solidFill>
              <a:srgbClr val="E5E7DE"/>
            </a:solidFill>
            <a:prstDash val="solid"/>
          </a:ln>
        </p:spPr>
      </p:sp>
      <p:sp>
        <p:nvSpPr>
          <p:cNvPr id="3" name="shape-0144">
            <a:extLst xmlns:a="http://schemas.openxmlformats.org/drawingml/2006/main">
              <a:ext uri="{FF2B5EF4-FFF2-40B4-BE49-F238E27FC236}">
                <a16:creationId xmlns:a16="http://schemas.microsoft.com/office/drawing/2014/main" id="{F77101E6-BEBB-4FB8-BED5-B7B0F74D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143625"/>
            <a:ext cx="5810250" cy="714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CE9E0"/>
          </a:solidFill>
          <a:ln xmlns:a="http://schemas.openxmlformats.org/drawingml/2006/main" w="1905">
            <a:solidFill>
              <a:srgbClr val="ECE9E0"/>
            </a:solidFill>
            <a:prstDash val="solid"/>
          </a:ln>
        </p:spPr>
      </p:sp>
      <p:sp>
        <p:nvSpPr>
          <p:cNvPr id="4" name="shape-0145">
            <a:extLst xmlns:a="http://schemas.openxmlformats.org/drawingml/2006/main">
              <a:ext uri="{FF2B5EF4-FFF2-40B4-BE49-F238E27FC236}">
                <a16:creationId xmlns:a16="http://schemas.microsoft.com/office/drawing/2014/main" id="{5F4DD332-BEB0-4CC7-AD5C-17EB550F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191250"/>
            <a:ext cx="457200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E4DA"/>
          </a:solidFill>
          <a:ln xmlns:a="http://schemas.openxmlformats.org/drawingml/2006/main" w="1905">
            <a:solidFill>
              <a:srgbClr val="E1E4DA"/>
            </a:solidFill>
            <a:prstDash val="solid"/>
          </a:ln>
        </p:spPr>
      </p:sp>
      <p:sp>
        <p:nvSpPr>
          <p:cNvPr id="5" name="line-0146">
            <a:extLst xmlns:a="http://schemas.openxmlformats.org/drawingml/2006/main">
              <a:ext uri="{FF2B5EF4-FFF2-40B4-BE49-F238E27FC236}">
                <a16:creationId xmlns:a16="http://schemas.microsoft.com/office/drawing/2014/main" id="{9F70D2D9-5A03-45DE-AA0B-BD84A565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6667500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" name="shape-0147">
            <a:extLst xmlns:a="http://schemas.openxmlformats.org/drawingml/2006/main">
              <a:ext uri="{FF2B5EF4-FFF2-40B4-BE49-F238E27FC236}">
                <a16:creationId xmlns:a16="http://schemas.microsoft.com/office/drawing/2014/main" id="{5DCF2903-FEC3-4308-9EB7-17E20599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" y="6646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" name="line-0148">
            <a:extLst xmlns:a="http://schemas.openxmlformats.org/drawingml/2006/main">
              <a:ext uri="{FF2B5EF4-FFF2-40B4-BE49-F238E27FC236}">
                <a16:creationId xmlns:a16="http://schemas.microsoft.com/office/drawing/2014/main" id="{43030ADE-1224-4F2B-A7A9-74D38FF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5055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8" name="shape-0149">
            <a:extLst xmlns:a="http://schemas.openxmlformats.org/drawingml/2006/main">
              <a:ext uri="{FF2B5EF4-FFF2-40B4-BE49-F238E27FC236}">
                <a16:creationId xmlns:a16="http://schemas.microsoft.com/office/drawing/2014/main" id="{2DCC2868-F2E3-4BD5-A382-31C55F69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" y="64941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9" name="line-0150">
            <a:extLst xmlns:a="http://schemas.openxmlformats.org/drawingml/2006/main">
              <a:ext uri="{FF2B5EF4-FFF2-40B4-BE49-F238E27FC236}">
                <a16:creationId xmlns:a16="http://schemas.microsoft.com/office/drawing/2014/main" id="{7B6C0AA6-1EB7-435B-8DA7-7076BBCF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6343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0" name="shape-0151">
            <a:extLst xmlns:a="http://schemas.openxmlformats.org/drawingml/2006/main">
              <a:ext uri="{FF2B5EF4-FFF2-40B4-BE49-F238E27FC236}">
                <a16:creationId xmlns:a16="http://schemas.microsoft.com/office/drawing/2014/main" id="{BF8520E9-BB80-4A4D-AE75-CA18ACFF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" y="63322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1" name="line-0152">
            <a:extLst xmlns:a="http://schemas.openxmlformats.org/drawingml/2006/main">
              <a:ext uri="{FF2B5EF4-FFF2-40B4-BE49-F238E27FC236}">
                <a16:creationId xmlns:a16="http://schemas.microsoft.com/office/drawing/2014/main" id="{BB06F335-513D-4316-AE23-6B0D52F5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61817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2" name="shape-0153">
            <a:extLst xmlns:a="http://schemas.openxmlformats.org/drawingml/2006/main">
              <a:ext uri="{FF2B5EF4-FFF2-40B4-BE49-F238E27FC236}">
                <a16:creationId xmlns:a16="http://schemas.microsoft.com/office/drawing/2014/main" id="{D213DFD2-5C1A-491A-9918-7BB068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" y="6170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3" name="line-0154">
            <a:extLst xmlns:a="http://schemas.openxmlformats.org/drawingml/2006/main">
              <a:ext uri="{FF2B5EF4-FFF2-40B4-BE49-F238E27FC236}">
                <a16:creationId xmlns:a16="http://schemas.microsoft.com/office/drawing/2014/main" id="{42388406-8441-44B1-9A12-5399C4C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6534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4" name="shape-0155">
            <a:extLst xmlns:a="http://schemas.openxmlformats.org/drawingml/2006/main">
              <a:ext uri="{FF2B5EF4-FFF2-40B4-BE49-F238E27FC236}">
                <a16:creationId xmlns:a16="http://schemas.microsoft.com/office/drawing/2014/main" id="{CFCBC6D9-4C45-4C99-BFDC-10AB332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65227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5" name="line-0156">
            <a:extLst xmlns:a="http://schemas.openxmlformats.org/drawingml/2006/main">
              <a:ext uri="{FF2B5EF4-FFF2-40B4-BE49-F238E27FC236}">
                <a16:creationId xmlns:a16="http://schemas.microsoft.com/office/drawing/2014/main" id="{0635C115-1850-48A6-9B96-17814BA7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6372225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6" name="shape-0157">
            <a:extLst xmlns:a="http://schemas.openxmlformats.org/drawingml/2006/main">
              <a:ext uri="{FF2B5EF4-FFF2-40B4-BE49-F238E27FC236}">
                <a16:creationId xmlns:a16="http://schemas.microsoft.com/office/drawing/2014/main" id="{6DE57925-2B39-4F9A-9D35-32BB763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545" y="63512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" name="line-0158">
            <a:extLst xmlns:a="http://schemas.openxmlformats.org/drawingml/2006/main">
              <a:ext uri="{FF2B5EF4-FFF2-40B4-BE49-F238E27FC236}">
                <a16:creationId xmlns:a16="http://schemas.microsoft.com/office/drawing/2014/main" id="{66493317-94DB-4CF9-9DEA-5131911F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621030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8" name="shape-0159">
            <a:extLst xmlns:a="http://schemas.openxmlformats.org/drawingml/2006/main">
              <a:ext uri="{FF2B5EF4-FFF2-40B4-BE49-F238E27FC236}">
                <a16:creationId xmlns:a16="http://schemas.microsoft.com/office/drawing/2014/main" id="{6FDF4E26-0C9E-4BF2-96EF-41BB562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61988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9" name="line-0160">
            <a:extLst xmlns:a="http://schemas.openxmlformats.org/drawingml/2006/main">
              <a:ext uri="{FF2B5EF4-FFF2-40B4-BE49-F238E27FC236}">
                <a16:creationId xmlns:a16="http://schemas.microsoft.com/office/drawing/2014/main" id="{830F0556-90A5-4379-847A-1E31BB03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65627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0" name="shape-0161">
            <a:extLst xmlns:a="http://schemas.openxmlformats.org/drawingml/2006/main">
              <a:ext uri="{FF2B5EF4-FFF2-40B4-BE49-F238E27FC236}">
                <a16:creationId xmlns:a16="http://schemas.microsoft.com/office/drawing/2014/main" id="{1EFEE2FE-51AF-4218-A7FA-B839AA3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6551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1" name="line-0162">
            <a:extLst xmlns:a="http://schemas.openxmlformats.org/drawingml/2006/main">
              <a:ext uri="{FF2B5EF4-FFF2-40B4-BE49-F238E27FC236}">
                <a16:creationId xmlns:a16="http://schemas.microsoft.com/office/drawing/2014/main" id="{9BABA2DC-7A36-43D6-8C7A-52E2A664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64008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" name="shape-0163">
            <a:extLst xmlns:a="http://schemas.openxmlformats.org/drawingml/2006/main">
              <a:ext uri="{FF2B5EF4-FFF2-40B4-BE49-F238E27FC236}">
                <a16:creationId xmlns:a16="http://schemas.microsoft.com/office/drawing/2014/main" id="{27DCDEAA-4213-4FC0-B2D5-DBA62C51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920" y="63893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3" name="line-0164">
            <a:extLst xmlns:a="http://schemas.openxmlformats.org/drawingml/2006/main">
              <a:ext uri="{FF2B5EF4-FFF2-40B4-BE49-F238E27FC236}">
                <a16:creationId xmlns:a16="http://schemas.microsoft.com/office/drawing/2014/main" id="{1B23E2D4-F6A4-43C7-8A48-C55A23F0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62388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" name="shape-0165">
            <a:extLst xmlns:a="http://schemas.openxmlformats.org/drawingml/2006/main">
              <a:ext uri="{FF2B5EF4-FFF2-40B4-BE49-F238E27FC236}">
                <a16:creationId xmlns:a16="http://schemas.microsoft.com/office/drawing/2014/main" id="{9021B5F4-012C-47F8-8EF6-E535C44E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0" y="6227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5" name="line-0166">
            <a:extLst xmlns:a="http://schemas.openxmlformats.org/drawingml/2006/main">
              <a:ext uri="{FF2B5EF4-FFF2-40B4-BE49-F238E27FC236}">
                <a16:creationId xmlns:a16="http://schemas.microsoft.com/office/drawing/2014/main" id="{F9D611C1-32C1-4290-8F34-8E42607B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6591300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6" name="shape-0167">
            <a:extLst xmlns:a="http://schemas.openxmlformats.org/drawingml/2006/main">
              <a:ext uri="{FF2B5EF4-FFF2-40B4-BE49-F238E27FC236}">
                <a16:creationId xmlns:a16="http://schemas.microsoft.com/office/drawing/2014/main" id="{75D341FA-B5B8-4A26-889D-A90AA414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65703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7" name="line-0168">
            <a:extLst xmlns:a="http://schemas.openxmlformats.org/drawingml/2006/main">
              <a:ext uri="{FF2B5EF4-FFF2-40B4-BE49-F238E27FC236}">
                <a16:creationId xmlns:a16="http://schemas.microsoft.com/office/drawing/2014/main" id="{7410B800-8D72-4932-BCD3-1B4C65CA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64293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" name="shape-0169">
            <a:extLst xmlns:a="http://schemas.openxmlformats.org/drawingml/2006/main">
              <a:ext uri="{FF2B5EF4-FFF2-40B4-BE49-F238E27FC236}">
                <a16:creationId xmlns:a16="http://schemas.microsoft.com/office/drawing/2014/main" id="{8B176ED9-1930-4A43-88F0-85EBDFF0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4179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9" name="line-0170">
            <a:extLst xmlns:a="http://schemas.openxmlformats.org/drawingml/2006/main">
              <a:ext uri="{FF2B5EF4-FFF2-40B4-BE49-F238E27FC236}">
                <a16:creationId xmlns:a16="http://schemas.microsoft.com/office/drawing/2014/main" id="{BB4AE332-0C3C-4C37-9EA1-3038941B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26745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" name="shape-0171">
            <a:extLst xmlns:a="http://schemas.openxmlformats.org/drawingml/2006/main">
              <a:ext uri="{FF2B5EF4-FFF2-40B4-BE49-F238E27FC236}">
                <a16:creationId xmlns:a16="http://schemas.microsoft.com/office/drawing/2014/main" id="{CDC2FBF1-B0C7-4F1F-B253-C4D06253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720" y="6256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1" name="line-0172">
            <a:extLst xmlns:a="http://schemas.openxmlformats.org/drawingml/2006/main">
              <a:ext uri="{FF2B5EF4-FFF2-40B4-BE49-F238E27FC236}">
                <a16:creationId xmlns:a16="http://schemas.microsoft.com/office/drawing/2014/main" id="{61D0787A-0F52-420F-9079-3B8ADF50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91100" y="661987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" name="shape-0173">
            <a:extLst xmlns:a="http://schemas.openxmlformats.org/drawingml/2006/main">
              <a:ext uri="{FF2B5EF4-FFF2-40B4-BE49-F238E27FC236}">
                <a16:creationId xmlns:a16="http://schemas.microsoft.com/office/drawing/2014/main" id="{BE7D409F-0BF6-4A02-A1B7-A2E6A00D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670" y="6608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3" name="line-0174">
            <a:extLst xmlns:a="http://schemas.openxmlformats.org/drawingml/2006/main">
              <a:ext uri="{FF2B5EF4-FFF2-40B4-BE49-F238E27FC236}">
                <a16:creationId xmlns:a16="http://schemas.microsoft.com/office/drawing/2014/main" id="{FA7F23C5-184F-4010-95DB-6F39FE3A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6457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" name="shape-0175">
            <a:extLst xmlns:a="http://schemas.openxmlformats.org/drawingml/2006/main">
              <a:ext uri="{FF2B5EF4-FFF2-40B4-BE49-F238E27FC236}">
                <a16:creationId xmlns:a16="http://schemas.microsoft.com/office/drawing/2014/main" id="{89BA12F8-BF46-4A9F-848B-24FB8C4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620" y="64465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5" name="line-0176">
            <a:extLst xmlns:a="http://schemas.openxmlformats.org/drawingml/2006/main">
              <a:ext uri="{FF2B5EF4-FFF2-40B4-BE49-F238E27FC236}">
                <a16:creationId xmlns:a16="http://schemas.microsoft.com/office/drawing/2014/main" id="{318324E9-6E22-4527-BB92-4AB7233B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6296025"/>
            <a:ext cx="953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36" name="shape-0177">
            <a:extLst xmlns:a="http://schemas.openxmlformats.org/drawingml/2006/main">
              <a:ext uri="{FF2B5EF4-FFF2-40B4-BE49-F238E27FC236}">
                <a16:creationId xmlns:a16="http://schemas.microsoft.com/office/drawing/2014/main" id="{1279196D-7E2D-4909-86C3-00A3F057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045" y="6275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7" name="line-0178">
            <a:extLst xmlns:a="http://schemas.openxmlformats.org/drawingml/2006/main">
              <a:ext uri="{FF2B5EF4-FFF2-40B4-BE49-F238E27FC236}">
                <a16:creationId xmlns:a16="http://schemas.microsoft.com/office/drawing/2014/main" id="{48661002-E400-44E7-9871-7D9B7F61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66484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" name="shape-0179">
            <a:extLst xmlns:a="http://schemas.openxmlformats.org/drawingml/2006/main">
              <a:ext uri="{FF2B5EF4-FFF2-40B4-BE49-F238E27FC236}">
                <a16:creationId xmlns:a16="http://schemas.microsoft.com/office/drawing/2014/main" id="{E9A71718-70C6-4D64-A676-1D6C7CDD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520" y="6637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9" name="line-0180">
            <a:extLst xmlns:a="http://schemas.openxmlformats.org/drawingml/2006/main">
              <a:ext uri="{FF2B5EF4-FFF2-40B4-BE49-F238E27FC236}">
                <a16:creationId xmlns:a16="http://schemas.microsoft.com/office/drawing/2014/main" id="{7F07AF30-40C6-43EF-AFB4-8BED5D94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64865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" name="shape-0181">
            <a:extLst xmlns:a="http://schemas.openxmlformats.org/drawingml/2006/main">
              <a:ext uri="{FF2B5EF4-FFF2-40B4-BE49-F238E27FC236}">
                <a16:creationId xmlns:a16="http://schemas.microsoft.com/office/drawing/2014/main" id="{59DF8741-A542-431C-ABED-97C4403E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470" y="64750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1" name="line-0182">
            <a:extLst xmlns:a="http://schemas.openxmlformats.org/drawingml/2006/main">
              <a:ext uri="{FF2B5EF4-FFF2-40B4-BE49-F238E27FC236}">
                <a16:creationId xmlns:a16="http://schemas.microsoft.com/office/drawing/2014/main" id="{0D4CBD6F-582D-45A1-A046-C7A3FB3D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6324600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" name="shape-0183">
            <a:extLst xmlns:a="http://schemas.openxmlformats.org/drawingml/2006/main">
              <a:ext uri="{FF2B5EF4-FFF2-40B4-BE49-F238E27FC236}">
                <a16:creationId xmlns:a16="http://schemas.microsoft.com/office/drawing/2014/main" id="{3E9E40C0-13FB-40F8-9020-52D33A4C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63131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3" name="line-0184">
            <a:extLst xmlns:a="http://schemas.openxmlformats.org/drawingml/2006/main">
              <a:ext uri="{FF2B5EF4-FFF2-40B4-BE49-F238E27FC236}">
                <a16:creationId xmlns:a16="http://schemas.microsoft.com/office/drawing/2014/main" id="{2B3766DD-A3E3-401F-B7FC-B14F231D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6162675"/>
            <a:ext cx="953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4" name="shape-0185">
            <a:extLst xmlns:a="http://schemas.openxmlformats.org/drawingml/2006/main">
              <a:ext uri="{FF2B5EF4-FFF2-40B4-BE49-F238E27FC236}">
                <a16:creationId xmlns:a16="http://schemas.microsoft.com/office/drawing/2014/main" id="{8AC4F019-DF0C-4566-B2DE-E349164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370" y="6151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5" name="line-0186">
            <a:extLst xmlns:a="http://schemas.openxmlformats.org/drawingml/2006/main">
              <a:ext uri="{FF2B5EF4-FFF2-40B4-BE49-F238E27FC236}">
                <a16:creationId xmlns:a16="http://schemas.microsoft.com/office/drawing/2014/main" id="{BF84830D-CFA8-44D2-9706-081C5DD0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515100"/>
            <a:ext cx="953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46" name="shape-0187">
            <a:extLst xmlns:a="http://schemas.openxmlformats.org/drawingml/2006/main">
              <a:ext uri="{FF2B5EF4-FFF2-40B4-BE49-F238E27FC236}">
                <a16:creationId xmlns:a16="http://schemas.microsoft.com/office/drawing/2014/main" id="{692B638B-D880-4BA2-9D31-1E727057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795" y="6494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47" name="line-0188">
            <a:extLst xmlns:a="http://schemas.openxmlformats.org/drawingml/2006/main">
              <a:ext uri="{FF2B5EF4-FFF2-40B4-BE49-F238E27FC236}">
                <a16:creationId xmlns:a16="http://schemas.microsoft.com/office/drawing/2014/main" id="{50D4B614-E904-4AEF-81CA-BE0C9E7E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3531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8" name="shape-0189">
            <a:extLst xmlns:a="http://schemas.openxmlformats.org/drawingml/2006/main">
              <a:ext uri="{FF2B5EF4-FFF2-40B4-BE49-F238E27FC236}">
                <a16:creationId xmlns:a16="http://schemas.microsoft.com/office/drawing/2014/main" id="{0B9C429F-C276-483E-8BEA-ED7377E9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270" y="63417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9" name="line-0190">
            <a:extLst xmlns:a="http://schemas.openxmlformats.org/drawingml/2006/main">
              <a:ext uri="{FF2B5EF4-FFF2-40B4-BE49-F238E27FC236}">
                <a16:creationId xmlns:a16="http://schemas.microsoft.com/office/drawing/2014/main" id="{01483AFC-6D1D-40A7-99F7-4B6B96F0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48650" y="61912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0" name="shape-0191">
            <a:extLst xmlns:a="http://schemas.openxmlformats.org/drawingml/2006/main">
              <a:ext uri="{FF2B5EF4-FFF2-40B4-BE49-F238E27FC236}">
                <a16:creationId xmlns:a16="http://schemas.microsoft.com/office/drawing/2014/main" id="{73104654-E852-434B-A473-CE1BDDD8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220" y="6179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1" name="line-0192">
            <a:extLst xmlns:a="http://schemas.openxmlformats.org/drawingml/2006/main">
              <a:ext uri="{FF2B5EF4-FFF2-40B4-BE49-F238E27FC236}">
                <a16:creationId xmlns:a16="http://schemas.microsoft.com/office/drawing/2014/main" id="{D091DEA3-5CFE-46CB-A95B-73605BCF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654367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2" name="shape-0193">
            <a:extLst xmlns:a="http://schemas.openxmlformats.org/drawingml/2006/main">
              <a:ext uri="{FF2B5EF4-FFF2-40B4-BE49-F238E27FC236}">
                <a16:creationId xmlns:a16="http://schemas.microsoft.com/office/drawing/2014/main" id="{31B4206F-1CDE-43FA-8B8B-137BD915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170" y="6532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3" name="line-0194">
            <a:extLst xmlns:a="http://schemas.openxmlformats.org/drawingml/2006/main">
              <a:ext uri="{FF2B5EF4-FFF2-40B4-BE49-F238E27FC236}">
                <a16:creationId xmlns:a16="http://schemas.microsoft.com/office/drawing/2014/main" id="{7FB2EDA4-567E-492A-BBE2-C6BAA7F9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72550" y="63817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4" name="shape-0195">
            <a:extLst xmlns:a="http://schemas.openxmlformats.org/drawingml/2006/main">
              <a:ext uri="{FF2B5EF4-FFF2-40B4-BE49-F238E27FC236}">
                <a16:creationId xmlns:a16="http://schemas.microsoft.com/office/drawing/2014/main" id="{E4DFC2E9-C459-4661-8CF6-53DEC6FC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120" y="63703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5" name="line-0196">
            <a:extLst xmlns:a="http://schemas.openxmlformats.org/drawingml/2006/main">
              <a:ext uri="{FF2B5EF4-FFF2-40B4-BE49-F238E27FC236}">
                <a16:creationId xmlns:a16="http://schemas.microsoft.com/office/drawing/2014/main" id="{C492668D-D9A7-493E-AFE6-DFDF7B36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62198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56" name="shape-0197">
            <a:extLst xmlns:a="http://schemas.openxmlformats.org/drawingml/2006/main">
              <a:ext uri="{FF2B5EF4-FFF2-40B4-BE49-F238E27FC236}">
                <a16:creationId xmlns:a16="http://schemas.microsoft.com/office/drawing/2014/main" id="{47453574-7F08-40E0-95CB-6136E8CB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3545" y="61988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57" name="line-0198">
            <a:extLst xmlns:a="http://schemas.openxmlformats.org/drawingml/2006/main">
              <a:ext uri="{FF2B5EF4-FFF2-40B4-BE49-F238E27FC236}">
                <a16:creationId xmlns:a16="http://schemas.microsoft.com/office/drawing/2014/main" id="{C3EF05F4-AAD3-4FAA-B0A3-937B0010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657225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8" name="shape-0199">
            <a:extLst xmlns:a="http://schemas.openxmlformats.org/drawingml/2006/main">
              <a:ext uri="{FF2B5EF4-FFF2-40B4-BE49-F238E27FC236}">
                <a16:creationId xmlns:a16="http://schemas.microsoft.com/office/drawing/2014/main" id="{1818CE55-336B-4004-8705-102DCA6E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020" y="6560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9" name="line-0200">
            <a:extLst xmlns:a="http://schemas.openxmlformats.org/drawingml/2006/main">
              <a:ext uri="{FF2B5EF4-FFF2-40B4-BE49-F238E27FC236}">
                <a16:creationId xmlns:a16="http://schemas.microsoft.com/office/drawing/2014/main" id="{7ABD8816-B1AB-47F6-9350-1417251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64103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0" name="shape-0201">
            <a:extLst xmlns:a="http://schemas.openxmlformats.org/drawingml/2006/main">
              <a:ext uri="{FF2B5EF4-FFF2-40B4-BE49-F238E27FC236}">
                <a16:creationId xmlns:a16="http://schemas.microsoft.com/office/drawing/2014/main" id="{959A2DA1-3538-447D-87DB-DDEBBF2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970" y="63988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1" name="line-0202">
            <a:extLst xmlns:a="http://schemas.openxmlformats.org/drawingml/2006/main">
              <a:ext uri="{FF2B5EF4-FFF2-40B4-BE49-F238E27FC236}">
                <a16:creationId xmlns:a16="http://schemas.microsoft.com/office/drawing/2014/main" id="{E60AB0DA-3CCA-4C4B-8F2A-1AE8DEAF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0350" y="62484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2" name="shape-0203">
            <a:extLst xmlns:a="http://schemas.openxmlformats.org/drawingml/2006/main">
              <a:ext uri="{FF2B5EF4-FFF2-40B4-BE49-F238E27FC236}">
                <a16:creationId xmlns:a16="http://schemas.microsoft.com/office/drawing/2014/main" id="{604EE87F-1802-416A-A779-CC78324B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920" y="6236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3" name="line-0204">
            <a:extLst xmlns:a="http://schemas.openxmlformats.org/drawingml/2006/main">
              <a:ext uri="{FF2B5EF4-FFF2-40B4-BE49-F238E27FC236}">
                <a16:creationId xmlns:a16="http://schemas.microsoft.com/office/drawing/2014/main" id="{FD3DFE04-6EF8-49B1-BD2A-02C14C46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66008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4" name="shape-0205">
            <a:extLst xmlns:a="http://schemas.openxmlformats.org/drawingml/2006/main">
              <a:ext uri="{FF2B5EF4-FFF2-40B4-BE49-F238E27FC236}">
                <a16:creationId xmlns:a16="http://schemas.microsoft.com/office/drawing/2014/main" id="{7BA32B27-AF33-4592-9DE2-A8AB6CF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0870" y="65893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5" name="line-0206">
            <a:extLst xmlns:a="http://schemas.openxmlformats.org/drawingml/2006/main">
              <a:ext uri="{FF2B5EF4-FFF2-40B4-BE49-F238E27FC236}">
                <a16:creationId xmlns:a16="http://schemas.microsoft.com/office/drawing/2014/main" id="{529C4447-BE92-48AF-B728-1956A422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643890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6" name="shape-0207">
            <a:extLst xmlns:a="http://schemas.openxmlformats.org/drawingml/2006/main">
              <a:ext uri="{FF2B5EF4-FFF2-40B4-BE49-F238E27FC236}">
                <a16:creationId xmlns:a16="http://schemas.microsoft.com/office/drawing/2014/main" id="{F0671EC0-4611-4964-A01D-48B5AC38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3295" y="64179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67" name="line-0208">
            <a:extLst xmlns:a="http://schemas.openxmlformats.org/drawingml/2006/main">
              <a:ext uri="{FF2B5EF4-FFF2-40B4-BE49-F238E27FC236}">
                <a16:creationId xmlns:a16="http://schemas.microsoft.com/office/drawing/2014/main" id="{5EF66BFB-CF55-489F-9B7A-E86A78DA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06200" y="6276975"/>
            <a:ext cx="953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8" name="shape-0209">
            <a:extLst xmlns:a="http://schemas.openxmlformats.org/drawingml/2006/main">
              <a:ext uri="{FF2B5EF4-FFF2-40B4-BE49-F238E27FC236}">
                <a16:creationId xmlns:a16="http://schemas.microsoft.com/office/drawing/2014/main" id="{527B21EB-975C-4E0E-AA73-33A0BB1B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0" y="62655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9" name="line-0210">
            <a:extLst xmlns:a="http://schemas.openxmlformats.org/drawingml/2006/main">
              <a:ext uri="{FF2B5EF4-FFF2-40B4-BE49-F238E27FC236}">
                <a16:creationId xmlns:a16="http://schemas.microsoft.com/office/drawing/2014/main" id="{920E6B3F-6DA5-49C0-9F5F-43FED019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8150" y="66294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0" name="shape-0211">
            <a:extLst xmlns:a="http://schemas.openxmlformats.org/drawingml/2006/main">
              <a:ext uri="{FF2B5EF4-FFF2-40B4-BE49-F238E27FC236}">
                <a16:creationId xmlns:a16="http://schemas.microsoft.com/office/drawing/2014/main" id="{B4AA0A46-83AF-4D52-9856-08CE09D3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720" y="6617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1" name="line-0212">
            <a:extLst xmlns:a="http://schemas.openxmlformats.org/drawingml/2006/main">
              <a:ext uri="{FF2B5EF4-FFF2-40B4-BE49-F238E27FC236}">
                <a16:creationId xmlns:a16="http://schemas.microsoft.com/office/drawing/2014/main" id="{38CE7289-FF54-4E33-BC58-A914C1AC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30100" y="6467475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2" name="shape-0213">
            <a:extLst xmlns:a="http://schemas.openxmlformats.org/drawingml/2006/main">
              <a:ext uri="{FF2B5EF4-FFF2-40B4-BE49-F238E27FC236}">
                <a16:creationId xmlns:a16="http://schemas.microsoft.com/office/drawing/2014/main" id="{80315E76-8991-4913-AADF-1B8C6FB6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70" y="64560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3" name="text-0214">
            <a:extLst xmlns:a="http://schemas.openxmlformats.org/drawingml/2006/main">
              <a:ext uri="{FF2B5EF4-FFF2-40B4-BE49-F238E27FC236}">
                <a16:creationId xmlns:a16="http://schemas.microsoft.com/office/drawing/2014/main" id="{34C96CD8-1056-4DA1-B7C7-70656BA0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0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4" name="text-0215">
            <a:extLst xmlns:a="http://schemas.openxmlformats.org/drawingml/2006/main">
              <a:ext uri="{FF2B5EF4-FFF2-40B4-BE49-F238E27FC236}">
                <a16:creationId xmlns:a16="http://schemas.microsoft.com/office/drawing/2014/main" id="{A25AF71A-446D-4145-BB52-3CE3DFD4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事件级建议统一表达为“操作 × 位移 × 位置”</a:t>
            </a:r>
          </a:p>
        </p:txBody>
      </p:sp>
      <p:sp>
        <p:nvSpPr>
          <p:cNvPr id="75" name="line-0216">
            <a:extLst xmlns:a="http://schemas.openxmlformats.org/drawingml/2006/main">
              <a:ext uri="{FF2B5EF4-FFF2-40B4-BE49-F238E27FC236}">
                <a16:creationId xmlns:a16="http://schemas.microsoft.com/office/drawing/2014/main" id="{4102252A-D3D6-4744-B688-DC359E8A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857250"/>
            <a:ext cx="809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76" name="shape-0217">
            <a:extLst xmlns:a="http://schemas.openxmlformats.org/drawingml/2006/main">
              <a:ext uri="{FF2B5EF4-FFF2-40B4-BE49-F238E27FC236}">
                <a16:creationId xmlns:a16="http://schemas.microsoft.com/office/drawing/2014/main" id="{CC517975-21AD-4FB2-9750-7A9D363A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0497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77" name="shape-0218">
            <a:extLst xmlns:a="http://schemas.openxmlformats.org/drawingml/2006/main">
              <a:ext uri="{FF2B5EF4-FFF2-40B4-BE49-F238E27FC236}">
                <a16:creationId xmlns:a16="http://schemas.microsoft.com/office/drawing/2014/main" id="{C0BBE237-F443-4458-9523-1698E5F3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176212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78" name="shape-0219">
            <a:extLst xmlns:a="http://schemas.openxmlformats.org/drawingml/2006/main">
              <a:ext uri="{FF2B5EF4-FFF2-40B4-BE49-F238E27FC236}">
                <a16:creationId xmlns:a16="http://schemas.microsoft.com/office/drawing/2014/main" id="{80EDF607-7BA7-4A76-A268-2F52539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181927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79" name="shape-0220">
            <a:extLst xmlns:a="http://schemas.openxmlformats.org/drawingml/2006/main">
              <a:ext uri="{FF2B5EF4-FFF2-40B4-BE49-F238E27FC236}">
                <a16:creationId xmlns:a16="http://schemas.microsoft.com/office/drawing/2014/main" id="{19158156-2856-48EA-9C0D-150A9F3A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80" name="text-0221">
            <a:extLst xmlns:a="http://schemas.openxmlformats.org/drawingml/2006/main">
              <a:ext uri="{FF2B5EF4-FFF2-40B4-BE49-F238E27FC236}">
                <a16:creationId xmlns:a16="http://schemas.microsoft.com/office/drawing/2014/main" id="{867C08EC-84B3-4C3D-B282-9B84E36D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62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统计报警</a:t>
            </a:r>
          </a:p>
        </p:txBody>
      </p:sp>
      <p:sp>
        <p:nvSpPr>
          <p:cNvPr id="81" name="line-0222">
            <a:extLst xmlns:a="http://schemas.openxmlformats.org/drawingml/2006/main">
              <a:ext uri="{FF2B5EF4-FFF2-40B4-BE49-F238E27FC236}">
                <a16:creationId xmlns:a16="http://schemas.microsoft.com/office/drawing/2014/main" id="{416D36D4-DAFE-47EB-B8C6-5B591F5B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1876425"/>
            <a:ext cx="1000125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14F33"/>
            </a:solidFill>
            <a:prstDash val="dash"/>
          </a:ln>
        </p:spPr>
      </p:sp>
      <p:sp>
        <p:nvSpPr>
          <p:cNvPr id="82" name="shape-0223">
            <a:extLst xmlns:a="http://schemas.openxmlformats.org/drawingml/2006/main">
              <a:ext uri="{FF2B5EF4-FFF2-40B4-BE49-F238E27FC236}">
                <a16:creationId xmlns:a16="http://schemas.microsoft.com/office/drawing/2014/main" id="{05F88E21-692D-42ED-8907-E00DDBBC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20027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D7E77"/>
            </a:solidFill>
            <a:prstDash val="solid"/>
          </a:ln>
        </p:spPr>
      </p:sp>
      <p:sp>
        <p:nvSpPr>
          <p:cNvPr id="83" name="shape-0224">
            <a:extLst xmlns:a="http://schemas.openxmlformats.org/drawingml/2006/main">
              <a:ext uri="{FF2B5EF4-FFF2-40B4-BE49-F238E27FC236}">
                <a16:creationId xmlns:a16="http://schemas.microsoft.com/office/drawing/2014/main" id="{3233574D-30BE-429C-A055-A808541F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25742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D7E77"/>
            </a:solidFill>
            <a:prstDash val="solid"/>
          </a:ln>
        </p:spPr>
      </p:sp>
      <p:sp>
        <p:nvSpPr>
          <p:cNvPr id="84" name="shape-0225">
            <a:extLst xmlns:a="http://schemas.openxmlformats.org/drawingml/2006/main">
              <a:ext uri="{FF2B5EF4-FFF2-40B4-BE49-F238E27FC236}">
                <a16:creationId xmlns:a16="http://schemas.microsoft.com/office/drawing/2014/main" id="{06D0C6BE-C124-4EA3-9DA1-4F8DA55E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31457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D7E77"/>
            </a:solidFill>
            <a:prstDash val="solid"/>
          </a:ln>
        </p:spPr>
      </p:sp>
      <p:sp>
        <p:nvSpPr>
          <p:cNvPr id="85" name="shape-0226">
            <a:extLst xmlns:a="http://schemas.openxmlformats.org/drawingml/2006/main">
              <a:ext uri="{FF2B5EF4-FFF2-40B4-BE49-F238E27FC236}">
                <a16:creationId xmlns:a16="http://schemas.microsoft.com/office/drawing/2014/main" id="{38DB92EB-366B-4835-83B8-B6B46C4E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333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E77"/>
          </a:solidFill>
          <a:ln xmlns:a="http://schemas.openxmlformats.org/drawingml/2006/main" w="9525">
            <a:solidFill>
              <a:srgbClr val="2D7E77"/>
            </a:solidFill>
            <a:prstDash val="solid"/>
          </a:ln>
        </p:spPr>
      </p:sp>
      <p:sp>
        <p:nvSpPr>
          <p:cNvPr id="86" name="text-0227">
            <a:extLst xmlns:a="http://schemas.openxmlformats.org/drawingml/2006/main">
              <a:ext uri="{FF2B5EF4-FFF2-40B4-BE49-F238E27FC236}">
                <a16:creationId xmlns:a16="http://schemas.microsoft.com/office/drawing/2014/main" id="{9C30F0D8-D261-42CD-BBAE-3CF92B7E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574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全局滑动</a:t>
            </a:r>
          </a:p>
        </p:txBody>
      </p:sp>
      <p:sp>
        <p:nvSpPr>
          <p:cNvPr id="87" name="line-0228">
            <a:extLst xmlns:a="http://schemas.openxmlformats.org/drawingml/2006/main">
              <a:ext uri="{FF2B5EF4-FFF2-40B4-BE49-F238E27FC236}">
                <a16:creationId xmlns:a16="http://schemas.microsoft.com/office/drawing/2014/main" id="{7EFA14A5-AD16-4C57-8314-C1549129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2371725"/>
            <a:ext cx="1000125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E77"/>
            </a:solidFill>
            <a:prstDash val="dash"/>
          </a:ln>
        </p:spPr>
      </p:sp>
      <p:sp>
        <p:nvSpPr>
          <p:cNvPr id="88" name="shape-0229">
            <a:extLst xmlns:a="http://schemas.openxmlformats.org/drawingml/2006/main">
              <a:ext uri="{FF2B5EF4-FFF2-40B4-BE49-F238E27FC236}">
                <a16:creationId xmlns:a16="http://schemas.microsoft.com/office/drawing/2014/main" id="{1A3A40E9-19E9-48F2-A4A4-4954B5DC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69557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89" name="shape-0230">
            <a:extLst xmlns:a="http://schemas.openxmlformats.org/drawingml/2006/main">
              <a:ext uri="{FF2B5EF4-FFF2-40B4-BE49-F238E27FC236}">
                <a16:creationId xmlns:a16="http://schemas.microsoft.com/office/drawing/2014/main" id="{6E0738B5-538D-4DBF-B7D5-7A9045B9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75272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90" name="shape-0231">
            <a:extLst xmlns:a="http://schemas.openxmlformats.org/drawingml/2006/main">
              <a:ext uri="{FF2B5EF4-FFF2-40B4-BE49-F238E27FC236}">
                <a16:creationId xmlns:a16="http://schemas.microsoft.com/office/drawing/2014/main" id="{3B7F4CA3-2EFE-4261-B5FB-BA4D59F7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80987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91" name="shape-0232">
            <a:extLst xmlns:a="http://schemas.openxmlformats.org/drawingml/2006/main">
              <a:ext uri="{FF2B5EF4-FFF2-40B4-BE49-F238E27FC236}">
                <a16:creationId xmlns:a16="http://schemas.microsoft.com/office/drawing/2014/main" id="{70885A82-ED42-4446-BF29-7E5A383B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828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92" name="text-0233">
            <a:extLst xmlns:a="http://schemas.openxmlformats.org/drawingml/2006/main">
              <a:ext uri="{FF2B5EF4-FFF2-40B4-BE49-F238E27FC236}">
                <a16:creationId xmlns:a16="http://schemas.microsoft.com/office/drawing/2014/main" id="{A6AF2947-CE41-444A-BA68-930EBB77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527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重叠分段</a:t>
            </a:r>
          </a:p>
        </p:txBody>
      </p:sp>
      <p:sp>
        <p:nvSpPr>
          <p:cNvPr id="93" name="line-0234">
            <a:extLst xmlns:a="http://schemas.openxmlformats.org/drawingml/2006/main">
              <a:ext uri="{FF2B5EF4-FFF2-40B4-BE49-F238E27FC236}">
                <a16:creationId xmlns:a16="http://schemas.microsoft.com/office/drawing/2014/main" id="{DA2D9167-7C8E-4899-A545-12304EDA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2867025"/>
            <a:ext cx="10001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5C5B"/>
            </a:solidFill>
            <a:prstDash val="dash"/>
          </a:ln>
        </p:spPr>
      </p:sp>
      <p:sp>
        <p:nvSpPr>
          <p:cNvPr id="94" name="shape-0235">
            <a:extLst xmlns:a="http://schemas.openxmlformats.org/drawingml/2006/main">
              <a:ext uri="{FF2B5EF4-FFF2-40B4-BE49-F238E27FC236}">
                <a16:creationId xmlns:a16="http://schemas.microsoft.com/office/drawing/2014/main" id="{D8A3EFDD-4573-4280-9CE4-86AB2E53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19087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95" name="shape-0236">
            <a:extLst xmlns:a="http://schemas.openxmlformats.org/drawingml/2006/main">
              <a:ext uri="{FF2B5EF4-FFF2-40B4-BE49-F238E27FC236}">
                <a16:creationId xmlns:a16="http://schemas.microsoft.com/office/drawing/2014/main" id="{CB1AADE7-5A72-42E0-8127-BAF0B613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24802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96" name="shape-0237">
            <a:extLst xmlns:a="http://schemas.openxmlformats.org/drawingml/2006/main">
              <a:ext uri="{FF2B5EF4-FFF2-40B4-BE49-F238E27FC236}">
                <a16:creationId xmlns:a16="http://schemas.microsoft.com/office/drawing/2014/main" id="{0A9112F6-DDED-4D9F-A930-03783779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30517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97" name="shape-0238">
            <a:extLst xmlns:a="http://schemas.openxmlformats.org/drawingml/2006/main">
              <a:ext uri="{FF2B5EF4-FFF2-40B4-BE49-F238E27FC236}">
                <a16:creationId xmlns:a16="http://schemas.microsoft.com/office/drawing/2014/main" id="{20AA1353-D0B1-4DB4-8DE6-5A4A86E3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A3A"/>
          </a:solidFill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98" name="text-0239">
            <a:extLst xmlns:a="http://schemas.openxmlformats.org/drawingml/2006/main">
              <a:ext uri="{FF2B5EF4-FFF2-40B4-BE49-F238E27FC236}">
                <a16:creationId xmlns:a16="http://schemas.microsoft.com/office/drawing/2014/main" id="{119F0399-C686-4521-9865-54181C25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48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受约束 lag path</a:t>
            </a:r>
          </a:p>
        </p:txBody>
      </p:sp>
      <p:sp>
        <p:nvSpPr>
          <p:cNvPr id="99" name="line-0240">
            <a:extLst xmlns:a="http://schemas.openxmlformats.org/drawingml/2006/main">
              <a:ext uri="{FF2B5EF4-FFF2-40B4-BE49-F238E27FC236}">
                <a16:creationId xmlns:a16="http://schemas.microsoft.com/office/drawing/2014/main" id="{576F71E1-3499-4898-9013-87E0952F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57500" y="3143250"/>
            <a:ext cx="1000125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dash"/>
          </a:ln>
        </p:spPr>
      </p:sp>
      <p:sp>
        <p:nvSpPr>
          <p:cNvPr id="100" name="shape-0241">
            <a:extLst xmlns:a="http://schemas.openxmlformats.org/drawingml/2006/main">
              <a:ext uri="{FF2B5EF4-FFF2-40B4-BE49-F238E27FC236}">
                <a16:creationId xmlns:a16="http://schemas.microsoft.com/office/drawing/2014/main" id="{6E69F804-7E1D-4796-A48F-5A39E137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68617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101" name="shape-0242">
            <a:extLst xmlns:a="http://schemas.openxmlformats.org/drawingml/2006/main">
              <a:ext uri="{FF2B5EF4-FFF2-40B4-BE49-F238E27FC236}">
                <a16:creationId xmlns:a16="http://schemas.microsoft.com/office/drawing/2014/main" id="{BF7AD495-1D7D-49D9-A71E-52CCBE3A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74332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102" name="shape-0243">
            <a:extLst xmlns:a="http://schemas.openxmlformats.org/drawingml/2006/main">
              <a:ext uri="{FF2B5EF4-FFF2-40B4-BE49-F238E27FC236}">
                <a16:creationId xmlns:a16="http://schemas.microsoft.com/office/drawing/2014/main" id="{F24AB2C9-DB8C-478C-ABAC-2E3A018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80047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103" name="shape-0244">
            <a:extLst xmlns:a="http://schemas.openxmlformats.org/drawingml/2006/main">
              <a:ext uri="{FF2B5EF4-FFF2-40B4-BE49-F238E27FC236}">
                <a16:creationId xmlns:a16="http://schemas.microsoft.com/office/drawing/2014/main" id="{C56AA52F-7C73-4C86-9D57-6767BD9E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04" name="text-0245">
            <a:extLst xmlns:a="http://schemas.openxmlformats.org/drawingml/2006/main">
              <a:ext uri="{FF2B5EF4-FFF2-40B4-BE49-F238E27FC236}">
                <a16:creationId xmlns:a16="http://schemas.microsoft.com/office/drawing/2014/main" id="{6E12BA1B-B8B7-4642-812D-69ABDCAB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433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可执行编辑反事实</a:t>
            </a:r>
          </a:p>
        </p:txBody>
      </p:sp>
      <p:sp>
        <p:nvSpPr>
          <p:cNvPr id="105" name="line-0246">
            <a:extLst xmlns:a="http://schemas.openxmlformats.org/drawingml/2006/main">
              <a:ext uri="{FF2B5EF4-FFF2-40B4-BE49-F238E27FC236}">
                <a16:creationId xmlns:a16="http://schemas.microsoft.com/office/drawing/2014/main" id="{821D1DCC-80F0-4E94-B47A-97E264C8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57500" y="3143250"/>
            <a:ext cx="10001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6F06"/>
            </a:solidFill>
            <a:prstDash val="dash"/>
          </a:ln>
        </p:spPr>
      </p:sp>
      <p:sp>
        <p:nvSpPr>
          <p:cNvPr id="106" name="shape-0247">
            <a:extLst xmlns:a="http://schemas.openxmlformats.org/drawingml/2006/main">
              <a:ext uri="{FF2B5EF4-FFF2-40B4-BE49-F238E27FC236}">
                <a16:creationId xmlns:a16="http://schemas.microsoft.com/office/drawing/2014/main" id="{108B4D97-9C0C-486B-9B6A-519E0B06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18147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102D2C"/>
            </a:solidFill>
            <a:prstDash val="solid"/>
          </a:ln>
        </p:spPr>
      </p:sp>
      <p:sp>
        <p:nvSpPr>
          <p:cNvPr id="107" name="shape-0248">
            <a:extLst xmlns:a="http://schemas.openxmlformats.org/drawingml/2006/main">
              <a:ext uri="{FF2B5EF4-FFF2-40B4-BE49-F238E27FC236}">
                <a16:creationId xmlns:a16="http://schemas.microsoft.com/office/drawing/2014/main" id="{5E169887-B62C-4F46-BEF0-A372A06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23862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102D2C"/>
            </a:solidFill>
            <a:prstDash val="solid"/>
          </a:ln>
        </p:spPr>
      </p:sp>
      <p:sp>
        <p:nvSpPr>
          <p:cNvPr id="108" name="shape-0249">
            <a:extLst xmlns:a="http://schemas.openxmlformats.org/drawingml/2006/main">
              <a:ext uri="{FF2B5EF4-FFF2-40B4-BE49-F238E27FC236}">
                <a16:creationId xmlns:a16="http://schemas.microsoft.com/office/drawing/2014/main" id="{BE4DD537-A030-4940-942A-A41A0357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429577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102D2C"/>
            </a:solidFill>
            <a:prstDash val="solid"/>
          </a:ln>
        </p:spPr>
      </p:sp>
      <p:sp>
        <p:nvSpPr>
          <p:cNvPr id="109" name="shape-0250">
            <a:extLst xmlns:a="http://schemas.openxmlformats.org/drawingml/2006/main">
              <a:ext uri="{FF2B5EF4-FFF2-40B4-BE49-F238E27FC236}">
                <a16:creationId xmlns:a16="http://schemas.microsoft.com/office/drawing/2014/main" id="{0FC923E9-8B6F-4111-A700-43EBDB66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31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D2C"/>
          </a:solidFill>
          <a:ln xmlns:a="http://schemas.openxmlformats.org/drawingml/2006/main" w="9525">
            <a:solidFill>
              <a:srgbClr val="102D2C"/>
            </a:solidFill>
            <a:prstDash val="solid"/>
          </a:ln>
        </p:spPr>
      </p:sp>
      <p:sp>
        <p:nvSpPr>
          <p:cNvPr id="110" name="text-0251">
            <a:extLst xmlns:a="http://schemas.openxmlformats.org/drawingml/2006/main">
              <a:ext uri="{FF2B5EF4-FFF2-40B4-BE49-F238E27FC236}">
                <a16:creationId xmlns:a16="http://schemas.microsoft.com/office/drawing/2014/main" id="{E3890C9C-3C86-4778-AD91-A8B6DF6A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逐参考芯证据</a:t>
            </a:r>
          </a:p>
        </p:txBody>
      </p:sp>
      <p:sp>
        <p:nvSpPr>
          <p:cNvPr id="111" name="line-0252">
            <a:extLst xmlns:a="http://schemas.openxmlformats.org/drawingml/2006/main">
              <a:ext uri="{FF2B5EF4-FFF2-40B4-BE49-F238E27FC236}">
                <a16:creationId xmlns:a16="http://schemas.microsoft.com/office/drawing/2014/main" id="{13A7BAB8-E16C-40F3-B4DA-A6B32498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57500" y="3143250"/>
            <a:ext cx="1000125" cy="1209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D2C"/>
            </a:solidFill>
            <a:prstDash val="dash"/>
          </a:ln>
        </p:spPr>
      </p:sp>
      <p:sp>
        <p:nvSpPr>
          <p:cNvPr id="112" name="shape-0253">
            <a:extLst xmlns:a="http://schemas.openxmlformats.org/drawingml/2006/main">
              <a:ext uri="{FF2B5EF4-FFF2-40B4-BE49-F238E27FC236}">
                <a16:creationId xmlns:a16="http://schemas.microsoft.com/office/drawing/2014/main" id="{54AEF50C-7005-4875-AC0E-96F2CE6C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513" y="2690813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113" name="shape-0254">
            <a:extLst xmlns:a="http://schemas.openxmlformats.org/drawingml/2006/main">
              <a:ext uri="{FF2B5EF4-FFF2-40B4-BE49-F238E27FC236}">
                <a16:creationId xmlns:a16="http://schemas.microsoft.com/office/drawing/2014/main" id="{38990415-6D06-4DC9-96FD-BB1D3FB7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278130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8C6BA"/>
            </a:solidFill>
            <a:prstDash val="solid"/>
          </a:ln>
        </p:spPr>
      </p:sp>
      <p:sp>
        <p:nvSpPr>
          <p:cNvPr id="114" name="shape-0255">
            <a:extLst xmlns:a="http://schemas.openxmlformats.org/drawingml/2006/main">
              <a:ext uri="{FF2B5EF4-FFF2-40B4-BE49-F238E27FC236}">
                <a16:creationId xmlns:a16="http://schemas.microsoft.com/office/drawing/2014/main" id="{6C808C60-23A4-4071-9A07-7F4D280C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0488" y="2871788"/>
            <a:ext cx="542925" cy="5429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8C6BA"/>
            </a:solidFill>
            <a:prstDash val="solid"/>
          </a:ln>
        </p:spPr>
      </p:sp>
      <p:sp>
        <p:nvSpPr>
          <p:cNvPr id="115" name="shape-0256">
            <a:extLst xmlns:a="http://schemas.openxmlformats.org/drawingml/2006/main">
              <a:ext uri="{FF2B5EF4-FFF2-40B4-BE49-F238E27FC236}">
                <a16:creationId xmlns:a16="http://schemas.microsoft.com/office/drawing/2014/main" id="{C8BCB2C7-A1DD-4160-96FA-F59EB9C2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0975" y="2962275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8C6BA"/>
            </a:solidFill>
            <a:prstDash val="solid"/>
          </a:ln>
        </p:spPr>
      </p:sp>
      <p:sp>
        <p:nvSpPr>
          <p:cNvPr id="116" name="shape-0257">
            <a:extLst xmlns:a="http://schemas.openxmlformats.org/drawingml/2006/main">
              <a:ext uri="{FF2B5EF4-FFF2-40B4-BE49-F238E27FC236}">
                <a16:creationId xmlns:a16="http://schemas.microsoft.com/office/drawing/2014/main" id="{51ACD494-7AF9-4A9E-8707-FBA1D454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1463" y="3052763"/>
            <a:ext cx="180975" cy="1809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8C6BA"/>
            </a:solidFill>
            <a:prstDash val="solid"/>
          </a:ln>
        </p:spPr>
      </p:sp>
      <p:sp>
        <p:nvSpPr>
          <p:cNvPr id="117" name="text-0258">
            <a:extLst xmlns:a="http://schemas.openxmlformats.org/drawingml/2006/main">
              <a:ext uri="{FF2B5EF4-FFF2-40B4-BE49-F238E27FC236}">
                <a16:creationId xmlns:a16="http://schemas.microsoft.com/office/drawing/2014/main" id="{32EAABA1-1E55-474A-9058-D683A21B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628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联合</a:t>
            </a:r>
          </a:p>
          <a:p xmlns:a="http://schemas.openxmlformats.org/drawingml/2006/main">
            <a:pPr algn="ctr">
              <a:defRPr sz="13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裁决</a:t>
            </a:r>
          </a:p>
        </p:txBody>
      </p:sp>
      <p:sp>
        <p:nvSpPr>
          <p:cNvPr id="118" name="shape-0259">
            <a:extLst xmlns:a="http://schemas.openxmlformats.org/drawingml/2006/main">
              <a:ext uri="{FF2B5EF4-FFF2-40B4-BE49-F238E27FC236}">
                <a16:creationId xmlns:a16="http://schemas.microsoft.com/office/drawing/2014/main" id="{2335F91E-9505-41C7-A7E8-565A8086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02895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D2C"/>
          </a:solidFill>
          <a:ln xmlns:a="http://schemas.openxmlformats.org/drawingml/2006/main" w="4763">
            <a:solidFill>
              <a:srgbClr val="102D2C"/>
            </a:solidFill>
            <a:prstDash val="solid"/>
          </a:ln>
        </p:spPr>
      </p:sp>
      <p:sp>
        <p:nvSpPr>
          <p:cNvPr id="119" name="shape-0260">
            <a:extLst xmlns:a="http://schemas.openxmlformats.org/drawingml/2006/main">
              <a:ext uri="{FF2B5EF4-FFF2-40B4-BE49-F238E27FC236}">
                <a16:creationId xmlns:a16="http://schemas.microsoft.com/office/drawing/2014/main" id="{EBF11B2D-1E62-43FE-8B35-7D680652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1428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4C5"/>
          </a:solidFill>
          <a:ln xmlns:a="http://schemas.openxmlformats.org/drawingml/2006/main" w="0">
            <a:solidFill>
              <a:srgbClr val="F2E4C5"/>
            </a:solidFill>
            <a:prstDash val="solid"/>
          </a:ln>
        </p:spPr>
      </p:sp>
      <p:sp>
        <p:nvSpPr>
          <p:cNvPr id="120" name="shape-0261">
            <a:extLst xmlns:a="http://schemas.openxmlformats.org/drawingml/2006/main">
              <a:ext uri="{FF2B5EF4-FFF2-40B4-BE49-F238E27FC236}">
                <a16:creationId xmlns:a16="http://schemas.microsoft.com/office/drawing/2014/main" id="{49C03C00-CC7F-4620-A54D-819D5F94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1476375"/>
            <a:ext cx="3333750" cy="3333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21" name="shape-0262">
            <a:extLst xmlns:a="http://schemas.openxmlformats.org/drawingml/2006/main">
              <a:ext uri="{FF2B5EF4-FFF2-40B4-BE49-F238E27FC236}">
                <a16:creationId xmlns:a16="http://schemas.microsoft.com/office/drawing/2014/main" id="{3A9EF81C-5CA0-42C7-8F3B-813B0C38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1188" y="1595438"/>
            <a:ext cx="3095625" cy="3095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22" name="shape-0263">
            <a:extLst xmlns:a="http://schemas.openxmlformats.org/drawingml/2006/main">
              <a:ext uri="{FF2B5EF4-FFF2-40B4-BE49-F238E27FC236}">
                <a16:creationId xmlns:a16="http://schemas.microsoft.com/office/drawing/2014/main" id="{836685BD-7D70-4B90-8CE7-FE9C6CA1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17145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23" name="shape-0264">
            <a:extLst xmlns:a="http://schemas.openxmlformats.org/drawingml/2006/main">
              <a:ext uri="{FF2B5EF4-FFF2-40B4-BE49-F238E27FC236}">
                <a16:creationId xmlns:a16="http://schemas.microsoft.com/office/drawing/2014/main" id="{BF142B80-B171-438A-B3A1-1A403CBF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9313" y="1833563"/>
            <a:ext cx="2619375" cy="2619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24" name="shape-0265">
            <a:extLst xmlns:a="http://schemas.openxmlformats.org/drawingml/2006/main">
              <a:ext uri="{FF2B5EF4-FFF2-40B4-BE49-F238E27FC236}">
                <a16:creationId xmlns:a16="http://schemas.microsoft.com/office/drawing/2014/main" id="{0EE532B1-D2F6-4E07-AD7D-ACD4454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195262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25" name="shape-0266">
            <a:extLst xmlns:a="http://schemas.openxmlformats.org/drawingml/2006/main">
              <a:ext uri="{FF2B5EF4-FFF2-40B4-BE49-F238E27FC236}">
                <a16:creationId xmlns:a16="http://schemas.microsoft.com/office/drawing/2014/main" id="{10EA5415-179E-4B01-BE36-020A225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7438" y="2071688"/>
            <a:ext cx="2143125" cy="2143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26" name="shape-0267">
            <a:extLst xmlns:a="http://schemas.openxmlformats.org/drawingml/2006/main">
              <a:ext uri="{FF2B5EF4-FFF2-40B4-BE49-F238E27FC236}">
                <a16:creationId xmlns:a16="http://schemas.microsoft.com/office/drawing/2014/main" id="{C6C0B88F-70D2-4196-A2A8-B98FE4A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190750"/>
            <a:ext cx="1905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27" name="shape-0268">
            <a:extLst xmlns:a="http://schemas.openxmlformats.org/drawingml/2006/main">
              <a:ext uri="{FF2B5EF4-FFF2-40B4-BE49-F238E27FC236}">
                <a16:creationId xmlns:a16="http://schemas.microsoft.com/office/drawing/2014/main" id="{CB754EF4-2397-4C22-A54B-17E94A1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5563" y="2309813"/>
            <a:ext cx="1666875" cy="1666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28" name="shape-0269">
            <a:extLst xmlns:a="http://schemas.openxmlformats.org/drawingml/2006/main">
              <a:ext uri="{FF2B5EF4-FFF2-40B4-BE49-F238E27FC236}">
                <a16:creationId xmlns:a16="http://schemas.microsoft.com/office/drawing/2014/main" id="{1392DCD1-F392-4D68-9921-41D020AF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428875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29" name="shape-0270">
            <a:extLst xmlns:a="http://schemas.openxmlformats.org/drawingml/2006/main">
              <a:ext uri="{FF2B5EF4-FFF2-40B4-BE49-F238E27FC236}">
                <a16:creationId xmlns:a16="http://schemas.microsoft.com/office/drawing/2014/main" id="{89C9727B-C347-4E8E-9C82-EF1078B4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3688" y="2547938"/>
            <a:ext cx="1190625" cy="1190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30" name="shape-0271">
            <a:extLst xmlns:a="http://schemas.openxmlformats.org/drawingml/2006/main">
              <a:ext uri="{FF2B5EF4-FFF2-40B4-BE49-F238E27FC236}">
                <a16:creationId xmlns:a16="http://schemas.microsoft.com/office/drawing/2014/main" id="{ADA5072A-DBFD-4E71-9F14-5BA993C0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667000"/>
            <a:ext cx="952500" cy="95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31" name="shape-0272">
            <a:extLst xmlns:a="http://schemas.openxmlformats.org/drawingml/2006/main">
              <a:ext uri="{FF2B5EF4-FFF2-40B4-BE49-F238E27FC236}">
                <a16:creationId xmlns:a16="http://schemas.microsoft.com/office/drawing/2014/main" id="{F54CFC88-BF99-4FA3-BC2E-2AFAD247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1813" y="2786063"/>
            <a:ext cx="714375" cy="714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32" name="shape-0273">
            <a:extLst xmlns:a="http://schemas.openxmlformats.org/drawingml/2006/main">
              <a:ext uri="{FF2B5EF4-FFF2-40B4-BE49-F238E27FC236}">
                <a16:creationId xmlns:a16="http://schemas.microsoft.com/office/drawing/2014/main" id="{5A554E77-E813-4DD4-B960-D8B96E69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290512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33" name="shape-0274">
            <a:extLst xmlns:a="http://schemas.openxmlformats.org/drawingml/2006/main">
              <a:ext uri="{FF2B5EF4-FFF2-40B4-BE49-F238E27FC236}">
                <a16:creationId xmlns:a16="http://schemas.microsoft.com/office/drawing/2014/main" id="{A6665B3D-A962-41E9-B125-0A0C74D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9938" y="3024188"/>
            <a:ext cx="238125" cy="238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34" name="text-0275">
            <a:extLst xmlns:a="http://schemas.openxmlformats.org/drawingml/2006/main">
              <a:ext uri="{FF2B5EF4-FFF2-40B4-BE49-F238E27FC236}">
                <a16:creationId xmlns:a16="http://schemas.microsoft.com/office/drawing/2014/main" id="{D2563778-A7DF-4870-8928-0E2B6DD3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⚙</a:t>
            </a:r>
          </a:p>
        </p:txBody>
      </p:sp>
      <p:sp>
        <p:nvSpPr>
          <p:cNvPr id="135" name="text-0276">
            <a:extLst xmlns:a="http://schemas.openxmlformats.org/drawingml/2006/main">
              <a:ext uri="{FF2B5EF4-FFF2-40B4-BE49-F238E27FC236}">
                <a16:creationId xmlns:a16="http://schemas.microsoft.com/office/drawing/2014/main" id="{54D22214-B0A1-4C12-95D5-FEB04981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98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36" name="text-0277">
            <a:extLst xmlns:a="http://schemas.openxmlformats.org/drawingml/2006/main">
              <a:ext uri="{FF2B5EF4-FFF2-40B4-BE49-F238E27FC236}">
                <a16:creationId xmlns:a16="http://schemas.microsoft.com/office/drawing/2014/main" id="{180EF882-C2F9-4077-9970-C0181A39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67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137" name="text-0278">
            <a:extLst xmlns:a="http://schemas.openxmlformats.org/drawingml/2006/main">
              <a:ext uri="{FF2B5EF4-FFF2-40B4-BE49-F238E27FC236}">
                <a16:creationId xmlns:a16="http://schemas.microsoft.com/office/drawing/2014/main" id="{2D818406-BD10-4774-BA1E-46D6BE3C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98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38" name="text-0279">
            <a:extLst xmlns:a="http://schemas.openxmlformats.org/drawingml/2006/main">
              <a:ext uri="{FF2B5EF4-FFF2-40B4-BE49-F238E27FC236}">
                <a16:creationId xmlns:a16="http://schemas.microsoft.com/office/drawing/2014/main" id="{5C4D98E9-B24F-4568-9068-1063AA69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39" name="text-0280">
            <a:extLst xmlns:a="http://schemas.openxmlformats.org/drawingml/2006/main">
              <a:ext uri="{FF2B5EF4-FFF2-40B4-BE49-F238E27FC236}">
                <a16:creationId xmlns:a16="http://schemas.microsoft.com/office/drawing/2014/main" id="{4A9BA9CD-DA2D-451A-9022-32D962F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操作类型 × 位移量 × 位置</a:t>
            </a:r>
          </a:p>
        </p:txBody>
      </p:sp>
      <p:sp>
        <p:nvSpPr>
          <p:cNvPr id="140" name="shape-0281">
            <a:extLst xmlns:a="http://schemas.openxmlformats.org/drawingml/2006/main">
              <a:ext uri="{FF2B5EF4-FFF2-40B4-BE49-F238E27FC236}">
                <a16:creationId xmlns:a16="http://schemas.microsoft.com/office/drawing/2014/main" id="{FCA45CB0-235B-40FE-BF02-74DE179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302895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D2C"/>
          </a:solidFill>
          <a:ln xmlns:a="http://schemas.openxmlformats.org/drawingml/2006/main" w="4763">
            <a:solidFill>
              <a:srgbClr val="102D2C"/>
            </a:solidFill>
            <a:prstDash val="solid"/>
          </a:ln>
        </p:spPr>
      </p:sp>
      <p:sp>
        <p:nvSpPr>
          <p:cNvPr id="141" name="shape-0282">
            <a:extLst xmlns:a="http://schemas.openxmlformats.org/drawingml/2006/main">
              <a:ext uri="{FF2B5EF4-FFF2-40B4-BE49-F238E27FC236}">
                <a16:creationId xmlns:a16="http://schemas.microsoft.com/office/drawing/2014/main" id="{CA311679-88AF-4348-8A91-7F2590F9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238375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42" name="shape-0283">
            <a:extLst xmlns:a="http://schemas.openxmlformats.org/drawingml/2006/main">
              <a:ext uri="{FF2B5EF4-FFF2-40B4-BE49-F238E27FC236}">
                <a16:creationId xmlns:a16="http://schemas.microsoft.com/office/drawing/2014/main" id="{3A2E4FB8-5B2E-4AA5-BA61-CE0ACD0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542" y="2338917"/>
            <a:ext cx="1608667" cy="160866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43" name="shape-0284">
            <a:extLst xmlns:a="http://schemas.openxmlformats.org/drawingml/2006/main">
              <a:ext uri="{FF2B5EF4-FFF2-40B4-BE49-F238E27FC236}">
                <a16:creationId xmlns:a16="http://schemas.microsoft.com/office/drawing/2014/main" id="{C2B56509-4F80-4185-92CD-770D945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6083" y="2439458"/>
            <a:ext cx="1407583" cy="140758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44" name="shape-0285">
            <a:extLst xmlns:a="http://schemas.openxmlformats.org/drawingml/2006/main">
              <a:ext uri="{FF2B5EF4-FFF2-40B4-BE49-F238E27FC236}">
                <a16:creationId xmlns:a16="http://schemas.microsoft.com/office/drawing/2014/main" id="{EFF81B9C-791B-4D41-8850-287A3799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625" y="2540000"/>
            <a:ext cx="1206500" cy="120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45" name="shape-0286">
            <a:extLst xmlns:a="http://schemas.openxmlformats.org/drawingml/2006/main">
              <a:ext uri="{FF2B5EF4-FFF2-40B4-BE49-F238E27FC236}">
                <a16:creationId xmlns:a16="http://schemas.microsoft.com/office/drawing/2014/main" id="{1450546D-42FA-4703-B31E-473F3934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7167" y="2640542"/>
            <a:ext cx="1005417" cy="100541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46" name="shape-0287">
            <a:extLst xmlns:a="http://schemas.openxmlformats.org/drawingml/2006/main">
              <a:ext uri="{FF2B5EF4-FFF2-40B4-BE49-F238E27FC236}">
                <a16:creationId xmlns:a16="http://schemas.microsoft.com/office/drawing/2014/main" id="{528CC2C8-CFB4-4AD7-9106-281D4EEF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7708" y="2741083"/>
            <a:ext cx="804333" cy="8043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47" name="shape-0288">
            <a:extLst xmlns:a="http://schemas.openxmlformats.org/drawingml/2006/main">
              <a:ext uri="{FF2B5EF4-FFF2-40B4-BE49-F238E27FC236}">
                <a16:creationId xmlns:a16="http://schemas.microsoft.com/office/drawing/2014/main" id="{E1A49946-1FF8-4063-9A5C-5CC9AFAF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8250" y="2841625"/>
            <a:ext cx="603250" cy="60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48" name="shape-0289">
            <a:extLst xmlns:a="http://schemas.openxmlformats.org/drawingml/2006/main">
              <a:ext uri="{FF2B5EF4-FFF2-40B4-BE49-F238E27FC236}">
                <a16:creationId xmlns:a16="http://schemas.microsoft.com/office/drawing/2014/main" id="{66FE77D2-4CD9-48E9-A429-D9D55271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8792" y="2942167"/>
            <a:ext cx="402167" cy="40216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49" name="shape-0290">
            <a:extLst xmlns:a="http://schemas.openxmlformats.org/drawingml/2006/main">
              <a:ext uri="{FF2B5EF4-FFF2-40B4-BE49-F238E27FC236}">
                <a16:creationId xmlns:a16="http://schemas.microsoft.com/office/drawing/2014/main" id="{A359AFE3-08E5-4D62-97AB-E334E51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9333" y="3042708"/>
            <a:ext cx="201083" cy="20108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150" name="shape-0291">
            <a:extLst xmlns:a="http://schemas.openxmlformats.org/drawingml/2006/main">
              <a:ext uri="{FF2B5EF4-FFF2-40B4-BE49-F238E27FC236}">
                <a16:creationId xmlns:a16="http://schemas.microsoft.com/office/drawing/2014/main" id="{B9B25E94-4DF4-443E-9C18-A6468353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125" y="2857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A3A"/>
          </a:solidFill>
          <a:ln xmlns:a="http://schemas.openxmlformats.org/drawingml/2006/main" w="0">
            <a:solidFill>
              <a:srgbClr val="667A3A"/>
            </a:solidFill>
            <a:prstDash val="solid"/>
          </a:ln>
        </p:spPr>
      </p:sp>
      <p:sp>
        <p:nvSpPr>
          <p:cNvPr id="151" name="text-0292">
            <a:extLst xmlns:a="http://schemas.openxmlformats.org/drawingml/2006/main">
              <a:ext uri="{FF2B5EF4-FFF2-40B4-BE49-F238E27FC236}">
                <a16:creationId xmlns:a16="http://schemas.microsoft.com/office/drawing/2014/main" id="{141FF15D-EA38-40CE-BB61-1A397A13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57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2" name="text-0293">
            <a:extLst xmlns:a="http://schemas.openxmlformats.org/drawingml/2006/main">
              <a:ext uri="{FF2B5EF4-FFF2-40B4-BE49-F238E27FC236}">
                <a16:creationId xmlns:a16="http://schemas.microsoft.com/office/drawing/2014/main" id="{DA281C27-BC3B-4CF7-BA98-5955D247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唯一主复核事件</a:t>
            </a:r>
          </a:p>
        </p:txBody>
      </p:sp>
      <p:sp>
        <p:nvSpPr>
          <p:cNvPr id="153" name="text-0294">
            <a:extLst xmlns:a="http://schemas.openxmlformats.org/drawingml/2006/main">
              <a:ext uri="{FF2B5EF4-FFF2-40B4-BE49-F238E27FC236}">
                <a16:creationId xmlns:a16="http://schemas.microsoft.com/office/drawing/2014/main" id="{3FD799E3-A1FE-488C-8B7C-958DB729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148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22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将问题区段转化为位置明确、</a:t>
            </a:r>
          </a:p>
          <a:p xmlns:a="http://schemas.openxmlformats.org/drawingml/2006/main">
            <a:pPr algn="ctr">
              <a:defRPr sz="1200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可执行、可追踪的定年建议</a:t>
            </a:r>
          </a:p>
        </p:txBody>
      </p:sp>
      <p:sp>
        <p:nvSpPr>
          <p:cNvPr id="154" name="shape-0295">
            <a:extLst xmlns:a="http://schemas.openxmlformats.org/drawingml/2006/main">
              <a:ext uri="{FF2B5EF4-FFF2-40B4-BE49-F238E27FC236}">
                <a16:creationId xmlns:a16="http://schemas.microsoft.com/office/drawing/2014/main" id="{6CDEFEDC-1B50-4F52-A784-6FBDA34F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095875"/>
            <a:ext cx="619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155" name="text-0296">
            <a:extLst xmlns:a="http://schemas.openxmlformats.org/drawingml/2006/main">
              <a:ext uri="{FF2B5EF4-FFF2-40B4-BE49-F238E27FC236}">
                <a16:creationId xmlns:a16="http://schemas.microsoft.com/office/drawing/2014/main" id="{9313358D-0D58-49C7-95F5-F99D1EEE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19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缺轮</a:t>
            </a:r>
          </a:p>
        </p:txBody>
      </p:sp>
      <p:sp>
        <p:nvSpPr>
          <p:cNvPr id="156" name="line-0297">
            <a:extLst xmlns:a="http://schemas.openxmlformats.org/drawingml/2006/main">
              <a:ext uri="{FF2B5EF4-FFF2-40B4-BE49-F238E27FC236}">
                <a16:creationId xmlns:a16="http://schemas.microsoft.com/office/drawing/2014/main" id="{2C3081C6-F90C-4988-8E0B-4A5AA114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8575" y="5597525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57" name="line-0298">
            <a:extLst xmlns:a="http://schemas.openxmlformats.org/drawingml/2006/main">
              <a:ext uri="{FF2B5EF4-FFF2-40B4-BE49-F238E27FC236}">
                <a16:creationId xmlns:a16="http://schemas.microsoft.com/office/drawing/2014/main" id="{3BE8F716-754F-42DB-9281-50D94BD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8575" y="57181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58" name="line-0299">
            <a:extLst xmlns:a="http://schemas.openxmlformats.org/drawingml/2006/main">
              <a:ext uri="{FF2B5EF4-FFF2-40B4-BE49-F238E27FC236}">
                <a16:creationId xmlns:a16="http://schemas.microsoft.com/office/drawing/2014/main" id="{1B580CC0-49B6-47E8-81FD-49F0DF87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24313" y="57181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59" name="line-0300">
            <a:extLst xmlns:a="http://schemas.openxmlformats.org/drawingml/2006/main">
              <a:ext uri="{FF2B5EF4-FFF2-40B4-BE49-F238E27FC236}">
                <a16:creationId xmlns:a16="http://schemas.microsoft.com/office/drawing/2014/main" id="{F1F549A4-B5B6-45C5-AE03-455F7F04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10050" y="5597525"/>
            <a:ext cx="953" cy="12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60" name="line-0301">
            <a:extLst xmlns:a="http://schemas.openxmlformats.org/drawingml/2006/main">
              <a:ext uri="{FF2B5EF4-FFF2-40B4-BE49-F238E27FC236}">
                <a16:creationId xmlns:a16="http://schemas.microsoft.com/office/drawing/2014/main" id="{283044A1-4F2C-49C6-BB0B-8E17382F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10050" y="55975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61" name="line-0302">
            <a:extLst xmlns:a="http://schemas.openxmlformats.org/drawingml/2006/main">
              <a:ext uri="{FF2B5EF4-FFF2-40B4-BE49-F238E27FC236}">
                <a16:creationId xmlns:a16="http://schemas.microsoft.com/office/drawing/2014/main" id="{2D1840D4-3B62-4143-A528-E46D49E4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95788" y="55975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62" name="text-0303">
            <a:extLst xmlns:a="http://schemas.openxmlformats.org/drawingml/2006/main">
              <a:ext uri="{FF2B5EF4-FFF2-40B4-BE49-F238E27FC236}">
                <a16:creationId xmlns:a16="http://schemas.microsoft.com/office/drawing/2014/main" id="{2E552937-5E39-4C44-8643-5CB5ECD6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19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伪轮</a:t>
            </a:r>
          </a:p>
        </p:txBody>
      </p:sp>
      <p:sp>
        <p:nvSpPr>
          <p:cNvPr id="163" name="line-0304">
            <a:extLst xmlns:a="http://schemas.openxmlformats.org/drawingml/2006/main">
              <a:ext uri="{FF2B5EF4-FFF2-40B4-BE49-F238E27FC236}">
                <a16:creationId xmlns:a16="http://schemas.microsoft.com/office/drawing/2014/main" id="{22C75C14-52B5-4E09-ACBE-EF3E4018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67325" y="5597525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64" name="line-0305">
            <a:extLst xmlns:a="http://schemas.openxmlformats.org/drawingml/2006/main">
              <a:ext uri="{FF2B5EF4-FFF2-40B4-BE49-F238E27FC236}">
                <a16:creationId xmlns:a16="http://schemas.microsoft.com/office/drawing/2014/main" id="{38359A22-351D-4F62-9DC2-A678FF49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67325" y="55975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A3A"/>
            </a:solidFill>
            <a:prstDash val="solid"/>
          </a:ln>
        </p:spPr>
      </p:sp>
      <p:sp>
        <p:nvSpPr>
          <p:cNvPr id="165" name="line-0306">
            <a:extLst xmlns:a="http://schemas.openxmlformats.org/drawingml/2006/main">
              <a:ext uri="{FF2B5EF4-FFF2-40B4-BE49-F238E27FC236}">
                <a16:creationId xmlns:a16="http://schemas.microsoft.com/office/drawing/2014/main" id="{D49F6A15-F52A-48FA-B3F7-C4AC3CDF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53063" y="55975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A3A"/>
            </a:solidFill>
            <a:prstDash val="solid"/>
          </a:ln>
        </p:spPr>
      </p:sp>
      <p:sp>
        <p:nvSpPr>
          <p:cNvPr id="166" name="line-0307">
            <a:extLst xmlns:a="http://schemas.openxmlformats.org/drawingml/2006/main">
              <a:ext uri="{FF2B5EF4-FFF2-40B4-BE49-F238E27FC236}">
                <a16:creationId xmlns:a16="http://schemas.microsoft.com/office/drawing/2014/main" id="{2E40C146-3405-406B-8EAA-EB9B22DB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38800" y="5476875"/>
            <a:ext cx="953" cy="12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A3A"/>
            </a:solidFill>
            <a:prstDash val="solid"/>
          </a:ln>
        </p:spPr>
      </p:sp>
      <p:sp>
        <p:nvSpPr>
          <p:cNvPr id="167" name="line-0308">
            <a:extLst xmlns:a="http://schemas.openxmlformats.org/drawingml/2006/main">
              <a:ext uri="{FF2B5EF4-FFF2-40B4-BE49-F238E27FC236}">
                <a16:creationId xmlns:a16="http://schemas.microsoft.com/office/drawing/2014/main" id="{D4856131-1554-41F3-B33F-ADF242DB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38800" y="54768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A3A"/>
            </a:solidFill>
            <a:prstDash val="solid"/>
          </a:ln>
        </p:spPr>
      </p:sp>
      <p:sp>
        <p:nvSpPr>
          <p:cNvPr id="168" name="line-0309">
            <a:extLst xmlns:a="http://schemas.openxmlformats.org/drawingml/2006/main">
              <a:ext uri="{FF2B5EF4-FFF2-40B4-BE49-F238E27FC236}">
                <a16:creationId xmlns:a16="http://schemas.microsoft.com/office/drawing/2014/main" id="{120088E4-C080-48A7-8C3B-63774BEE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24538" y="54768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A3A"/>
            </a:solidFill>
            <a:prstDash val="solid"/>
          </a:ln>
        </p:spPr>
      </p:sp>
      <p:sp>
        <p:nvSpPr>
          <p:cNvPr id="169" name="text-0310">
            <a:extLst xmlns:a="http://schemas.openxmlformats.org/drawingml/2006/main">
              <a:ext uri="{FF2B5EF4-FFF2-40B4-BE49-F238E27FC236}">
                <a16:creationId xmlns:a16="http://schemas.microsoft.com/office/drawing/2014/main" id="{2106EA65-CBFF-4E6F-9B54-5756BC05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19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局部移动</a:t>
            </a:r>
          </a:p>
        </p:txBody>
      </p:sp>
      <p:sp>
        <p:nvSpPr>
          <p:cNvPr id="170" name="line-0311">
            <a:extLst xmlns:a="http://schemas.openxmlformats.org/drawingml/2006/main">
              <a:ext uri="{FF2B5EF4-FFF2-40B4-BE49-F238E27FC236}">
                <a16:creationId xmlns:a16="http://schemas.microsoft.com/office/drawing/2014/main" id="{11A45302-7D20-4D5F-BA98-3485B0E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6075" y="5597525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71" name="line-0312">
            <a:extLst xmlns:a="http://schemas.openxmlformats.org/drawingml/2006/main">
              <a:ext uri="{FF2B5EF4-FFF2-40B4-BE49-F238E27FC236}">
                <a16:creationId xmlns:a16="http://schemas.microsoft.com/office/drawing/2014/main" id="{19233079-461F-4438-99B6-051B272B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6075" y="58388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72" name="line-0313">
            <a:extLst xmlns:a="http://schemas.openxmlformats.org/drawingml/2006/main">
              <a:ext uri="{FF2B5EF4-FFF2-40B4-BE49-F238E27FC236}">
                <a16:creationId xmlns:a16="http://schemas.microsoft.com/office/drawing/2014/main" id="{8B20B8A7-4A23-4BD1-8C24-DD513613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81813" y="58388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73" name="line-0314">
            <a:extLst xmlns:a="http://schemas.openxmlformats.org/drawingml/2006/main">
              <a:ext uri="{FF2B5EF4-FFF2-40B4-BE49-F238E27FC236}">
                <a16:creationId xmlns:a16="http://schemas.microsoft.com/office/drawing/2014/main" id="{33CD460F-2A33-465C-B8C0-500C7B43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67550" y="5597525"/>
            <a:ext cx="953" cy="24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74" name="line-0315">
            <a:extLst xmlns:a="http://schemas.openxmlformats.org/drawingml/2006/main">
              <a:ext uri="{FF2B5EF4-FFF2-40B4-BE49-F238E27FC236}">
                <a16:creationId xmlns:a16="http://schemas.microsoft.com/office/drawing/2014/main" id="{5112D63A-29ED-4302-8296-FC35CEEE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67550" y="55975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75" name="line-0316">
            <a:extLst xmlns:a="http://schemas.openxmlformats.org/drawingml/2006/main">
              <a:ext uri="{FF2B5EF4-FFF2-40B4-BE49-F238E27FC236}">
                <a16:creationId xmlns:a16="http://schemas.microsoft.com/office/drawing/2014/main" id="{F209757D-EDAC-44AF-9BF8-36C96A50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3288" y="55975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76" name="text-0317">
            <a:extLst xmlns:a="http://schemas.openxmlformats.org/drawingml/2006/main">
              <a:ext uri="{FF2B5EF4-FFF2-40B4-BE49-F238E27FC236}">
                <a16:creationId xmlns:a16="http://schemas.microsoft.com/office/drawing/2014/main" id="{BD1C0D2D-B87E-4AEC-8CBF-5D835FB3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整体移动</a:t>
            </a:r>
          </a:p>
        </p:txBody>
      </p:sp>
      <p:sp>
        <p:nvSpPr>
          <p:cNvPr id="177" name="line-0318">
            <a:extLst xmlns:a="http://schemas.openxmlformats.org/drawingml/2006/main">
              <a:ext uri="{FF2B5EF4-FFF2-40B4-BE49-F238E27FC236}">
                <a16:creationId xmlns:a16="http://schemas.microsoft.com/office/drawing/2014/main" id="{4DB1005A-0758-4FA2-89AE-D6FEA21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5597525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78" name="line-0319">
            <a:extLst xmlns:a="http://schemas.openxmlformats.org/drawingml/2006/main">
              <a:ext uri="{FF2B5EF4-FFF2-40B4-BE49-F238E27FC236}">
                <a16:creationId xmlns:a16="http://schemas.microsoft.com/office/drawing/2014/main" id="{202BA243-3942-4794-8636-DCA45063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57181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79" name="line-0320">
            <a:extLst xmlns:a="http://schemas.openxmlformats.org/drawingml/2006/main">
              <a:ext uri="{FF2B5EF4-FFF2-40B4-BE49-F238E27FC236}">
                <a16:creationId xmlns:a16="http://schemas.microsoft.com/office/drawing/2014/main" id="{3C59C055-F6A3-4DFD-9BF2-C300601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10563" y="57181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80" name="line-0321">
            <a:extLst xmlns:a="http://schemas.openxmlformats.org/drawingml/2006/main">
              <a:ext uri="{FF2B5EF4-FFF2-40B4-BE49-F238E27FC236}">
                <a16:creationId xmlns:a16="http://schemas.microsoft.com/office/drawing/2014/main" id="{F10854CA-2BF9-402B-B280-75C2BA2B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96300" y="57181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81" name="line-0322">
            <a:extLst xmlns:a="http://schemas.openxmlformats.org/drawingml/2006/main">
              <a:ext uri="{FF2B5EF4-FFF2-40B4-BE49-F238E27FC236}">
                <a16:creationId xmlns:a16="http://schemas.microsoft.com/office/drawing/2014/main" id="{4937CA96-AD58-46E3-84C1-96BFCA7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82038" y="57181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0595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90f0a948243f4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61937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shape-0323">
            <a:extLst xmlns:a="http://schemas.openxmlformats.org/drawingml/2006/main">
              <a:ext uri="{FF2B5EF4-FFF2-40B4-BE49-F238E27FC236}">
                <a16:creationId xmlns:a16="http://schemas.microsoft.com/office/drawing/2014/main" id="{B57399D5-E63A-4B22-A936-777C7C7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91250"/>
            <a:ext cx="409575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E7DE"/>
          </a:solidFill>
          <a:ln xmlns:a="http://schemas.openxmlformats.org/drawingml/2006/main" w="1905">
            <a:solidFill>
              <a:srgbClr val="E5E7DE"/>
            </a:solidFill>
            <a:prstDash val="solid"/>
          </a:ln>
        </p:spPr>
      </p:sp>
      <p:sp>
        <p:nvSpPr>
          <p:cNvPr id="3" name="shape-0324">
            <a:extLst xmlns:a="http://schemas.openxmlformats.org/drawingml/2006/main">
              <a:ext uri="{FF2B5EF4-FFF2-40B4-BE49-F238E27FC236}">
                <a16:creationId xmlns:a16="http://schemas.microsoft.com/office/drawing/2014/main" id="{FB160FDF-EB1A-49AC-9D9B-6106C61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143625"/>
            <a:ext cx="5810250" cy="714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CE9E0"/>
          </a:solidFill>
          <a:ln xmlns:a="http://schemas.openxmlformats.org/drawingml/2006/main" w="1905">
            <a:solidFill>
              <a:srgbClr val="ECE9E0"/>
            </a:solidFill>
            <a:prstDash val="solid"/>
          </a:ln>
        </p:spPr>
      </p:sp>
      <p:sp>
        <p:nvSpPr>
          <p:cNvPr id="4" name="shape-0325">
            <a:extLst xmlns:a="http://schemas.openxmlformats.org/drawingml/2006/main">
              <a:ext uri="{FF2B5EF4-FFF2-40B4-BE49-F238E27FC236}">
                <a16:creationId xmlns:a16="http://schemas.microsoft.com/office/drawing/2014/main" id="{5FF8962C-F01C-4691-AD13-F3A1820D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191250"/>
            <a:ext cx="457200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E4DA"/>
          </a:solidFill>
          <a:ln xmlns:a="http://schemas.openxmlformats.org/drawingml/2006/main" w="1905">
            <a:solidFill>
              <a:srgbClr val="E1E4DA"/>
            </a:solidFill>
            <a:prstDash val="solid"/>
          </a:ln>
        </p:spPr>
      </p:sp>
      <p:sp>
        <p:nvSpPr>
          <p:cNvPr id="5" name="line-0326">
            <a:extLst xmlns:a="http://schemas.openxmlformats.org/drawingml/2006/main">
              <a:ext uri="{FF2B5EF4-FFF2-40B4-BE49-F238E27FC236}">
                <a16:creationId xmlns:a16="http://schemas.microsoft.com/office/drawing/2014/main" id="{32A19DC9-8DA5-42B7-A033-3700876E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6667500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" name="shape-0327">
            <a:extLst xmlns:a="http://schemas.openxmlformats.org/drawingml/2006/main">
              <a:ext uri="{FF2B5EF4-FFF2-40B4-BE49-F238E27FC236}">
                <a16:creationId xmlns:a16="http://schemas.microsoft.com/office/drawing/2014/main" id="{58A96A58-4C18-492A-85B3-124B74BC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" y="6646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" name="line-0328">
            <a:extLst xmlns:a="http://schemas.openxmlformats.org/drawingml/2006/main">
              <a:ext uri="{FF2B5EF4-FFF2-40B4-BE49-F238E27FC236}">
                <a16:creationId xmlns:a16="http://schemas.microsoft.com/office/drawing/2014/main" id="{5E274F56-AAA1-4C9B-87E8-81233815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5055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8" name="shape-0329">
            <a:extLst xmlns:a="http://schemas.openxmlformats.org/drawingml/2006/main">
              <a:ext uri="{FF2B5EF4-FFF2-40B4-BE49-F238E27FC236}">
                <a16:creationId xmlns:a16="http://schemas.microsoft.com/office/drawing/2014/main" id="{F4B3C8D1-B950-4B80-B11F-B1DD2029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" y="64941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9" name="line-0330">
            <a:extLst xmlns:a="http://schemas.openxmlformats.org/drawingml/2006/main">
              <a:ext uri="{FF2B5EF4-FFF2-40B4-BE49-F238E27FC236}">
                <a16:creationId xmlns:a16="http://schemas.microsoft.com/office/drawing/2014/main" id="{5E5DB328-AB00-4CA9-97CF-E00DB28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6343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0" name="shape-0331">
            <a:extLst xmlns:a="http://schemas.openxmlformats.org/drawingml/2006/main">
              <a:ext uri="{FF2B5EF4-FFF2-40B4-BE49-F238E27FC236}">
                <a16:creationId xmlns:a16="http://schemas.microsoft.com/office/drawing/2014/main" id="{2D99A3B6-4C72-4833-80DC-C5305A29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" y="63322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1" name="line-0332">
            <a:extLst xmlns:a="http://schemas.openxmlformats.org/drawingml/2006/main">
              <a:ext uri="{FF2B5EF4-FFF2-40B4-BE49-F238E27FC236}">
                <a16:creationId xmlns:a16="http://schemas.microsoft.com/office/drawing/2014/main" id="{8D02CB6E-0DE8-4375-B09C-67E22099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61817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2" name="shape-0333">
            <a:extLst xmlns:a="http://schemas.openxmlformats.org/drawingml/2006/main">
              <a:ext uri="{FF2B5EF4-FFF2-40B4-BE49-F238E27FC236}">
                <a16:creationId xmlns:a16="http://schemas.microsoft.com/office/drawing/2014/main" id="{88E43787-9F09-49BB-B5DE-7D45DF04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" y="6170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3" name="line-0334">
            <a:extLst xmlns:a="http://schemas.openxmlformats.org/drawingml/2006/main">
              <a:ext uri="{FF2B5EF4-FFF2-40B4-BE49-F238E27FC236}">
                <a16:creationId xmlns:a16="http://schemas.microsoft.com/office/drawing/2014/main" id="{839E0C7B-1F16-404B-AFD9-1998197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6534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4" name="shape-0335">
            <a:extLst xmlns:a="http://schemas.openxmlformats.org/drawingml/2006/main">
              <a:ext uri="{FF2B5EF4-FFF2-40B4-BE49-F238E27FC236}">
                <a16:creationId xmlns:a16="http://schemas.microsoft.com/office/drawing/2014/main" id="{42546AE8-9F0D-47FE-AB07-B432A0C4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65227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5" name="line-0336">
            <a:extLst xmlns:a="http://schemas.openxmlformats.org/drawingml/2006/main">
              <a:ext uri="{FF2B5EF4-FFF2-40B4-BE49-F238E27FC236}">
                <a16:creationId xmlns:a16="http://schemas.microsoft.com/office/drawing/2014/main" id="{0A067B9C-879B-4B76-9D49-460CF8AD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6372225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6" name="shape-0337">
            <a:extLst xmlns:a="http://schemas.openxmlformats.org/drawingml/2006/main">
              <a:ext uri="{FF2B5EF4-FFF2-40B4-BE49-F238E27FC236}">
                <a16:creationId xmlns:a16="http://schemas.microsoft.com/office/drawing/2014/main" id="{CC0D6463-0819-4A6E-B36F-9D410BBD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545" y="63512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" name="line-0338">
            <a:extLst xmlns:a="http://schemas.openxmlformats.org/drawingml/2006/main">
              <a:ext uri="{FF2B5EF4-FFF2-40B4-BE49-F238E27FC236}">
                <a16:creationId xmlns:a16="http://schemas.microsoft.com/office/drawing/2014/main" id="{5597E433-D0D2-4E76-B354-3BCBA4F1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621030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8" name="shape-0339">
            <a:extLst xmlns:a="http://schemas.openxmlformats.org/drawingml/2006/main">
              <a:ext uri="{FF2B5EF4-FFF2-40B4-BE49-F238E27FC236}">
                <a16:creationId xmlns:a16="http://schemas.microsoft.com/office/drawing/2014/main" id="{3053B1A1-E12F-45CB-A9C0-82FB094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61988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9" name="line-0340">
            <a:extLst xmlns:a="http://schemas.openxmlformats.org/drawingml/2006/main">
              <a:ext uri="{FF2B5EF4-FFF2-40B4-BE49-F238E27FC236}">
                <a16:creationId xmlns:a16="http://schemas.microsoft.com/office/drawing/2014/main" id="{396E68B4-1373-46CE-9E79-BE455C82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65627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0" name="shape-0341">
            <a:extLst xmlns:a="http://schemas.openxmlformats.org/drawingml/2006/main">
              <a:ext uri="{FF2B5EF4-FFF2-40B4-BE49-F238E27FC236}">
                <a16:creationId xmlns:a16="http://schemas.microsoft.com/office/drawing/2014/main" id="{90F265D0-14BA-4E0F-8716-AFFBE343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6551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1" name="line-0342">
            <a:extLst xmlns:a="http://schemas.openxmlformats.org/drawingml/2006/main">
              <a:ext uri="{FF2B5EF4-FFF2-40B4-BE49-F238E27FC236}">
                <a16:creationId xmlns:a16="http://schemas.microsoft.com/office/drawing/2014/main" id="{98FAE880-E3AF-41C9-8456-9018E59F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64008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" name="shape-0343">
            <a:extLst xmlns:a="http://schemas.openxmlformats.org/drawingml/2006/main">
              <a:ext uri="{FF2B5EF4-FFF2-40B4-BE49-F238E27FC236}">
                <a16:creationId xmlns:a16="http://schemas.microsoft.com/office/drawing/2014/main" id="{52B4F18B-4AE4-4AD3-B0F6-5D2B90D6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920" y="63893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3" name="line-0344">
            <a:extLst xmlns:a="http://schemas.openxmlformats.org/drawingml/2006/main">
              <a:ext uri="{FF2B5EF4-FFF2-40B4-BE49-F238E27FC236}">
                <a16:creationId xmlns:a16="http://schemas.microsoft.com/office/drawing/2014/main" id="{53B95987-4318-4E25-A7F7-10753F5C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62388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" name="shape-0345">
            <a:extLst xmlns:a="http://schemas.openxmlformats.org/drawingml/2006/main">
              <a:ext uri="{FF2B5EF4-FFF2-40B4-BE49-F238E27FC236}">
                <a16:creationId xmlns:a16="http://schemas.microsoft.com/office/drawing/2014/main" id="{75218471-24D4-4A71-A9D5-4DD64756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0" y="6227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5" name="line-0346">
            <a:extLst xmlns:a="http://schemas.openxmlformats.org/drawingml/2006/main">
              <a:ext uri="{FF2B5EF4-FFF2-40B4-BE49-F238E27FC236}">
                <a16:creationId xmlns:a16="http://schemas.microsoft.com/office/drawing/2014/main" id="{53F5F8FF-1274-4F82-B895-66485D98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6591300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6" name="shape-0347">
            <a:extLst xmlns:a="http://schemas.openxmlformats.org/drawingml/2006/main">
              <a:ext uri="{FF2B5EF4-FFF2-40B4-BE49-F238E27FC236}">
                <a16:creationId xmlns:a16="http://schemas.microsoft.com/office/drawing/2014/main" id="{19D5D7FC-F314-44B5-A79C-D2214B75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65703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7" name="line-0348">
            <a:extLst xmlns:a="http://schemas.openxmlformats.org/drawingml/2006/main">
              <a:ext uri="{FF2B5EF4-FFF2-40B4-BE49-F238E27FC236}">
                <a16:creationId xmlns:a16="http://schemas.microsoft.com/office/drawing/2014/main" id="{F94B6EE5-1DA8-4E0D-A688-2061AA8B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64293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" name="shape-0349">
            <a:extLst xmlns:a="http://schemas.openxmlformats.org/drawingml/2006/main">
              <a:ext uri="{FF2B5EF4-FFF2-40B4-BE49-F238E27FC236}">
                <a16:creationId xmlns:a16="http://schemas.microsoft.com/office/drawing/2014/main" id="{78B5BBD6-42B7-412B-B96C-05B4AEC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4179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9" name="line-0350">
            <a:extLst xmlns:a="http://schemas.openxmlformats.org/drawingml/2006/main">
              <a:ext uri="{FF2B5EF4-FFF2-40B4-BE49-F238E27FC236}">
                <a16:creationId xmlns:a16="http://schemas.microsoft.com/office/drawing/2014/main" id="{B75B03A6-A3AC-43DC-9D71-0FCB1B61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26745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" name="shape-0351">
            <a:extLst xmlns:a="http://schemas.openxmlformats.org/drawingml/2006/main">
              <a:ext uri="{FF2B5EF4-FFF2-40B4-BE49-F238E27FC236}">
                <a16:creationId xmlns:a16="http://schemas.microsoft.com/office/drawing/2014/main" id="{D529B069-E634-4F88-99F5-FCF1F160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720" y="6256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1" name="line-0352">
            <a:extLst xmlns:a="http://schemas.openxmlformats.org/drawingml/2006/main">
              <a:ext uri="{FF2B5EF4-FFF2-40B4-BE49-F238E27FC236}">
                <a16:creationId xmlns:a16="http://schemas.microsoft.com/office/drawing/2014/main" id="{255AD805-86C5-41EF-8DE1-7A1D52C9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91100" y="661987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" name="shape-0353">
            <a:extLst xmlns:a="http://schemas.openxmlformats.org/drawingml/2006/main">
              <a:ext uri="{FF2B5EF4-FFF2-40B4-BE49-F238E27FC236}">
                <a16:creationId xmlns:a16="http://schemas.microsoft.com/office/drawing/2014/main" id="{90D828C2-B523-4081-9671-02557F2C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670" y="6608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3" name="line-0354">
            <a:extLst xmlns:a="http://schemas.openxmlformats.org/drawingml/2006/main">
              <a:ext uri="{FF2B5EF4-FFF2-40B4-BE49-F238E27FC236}">
                <a16:creationId xmlns:a16="http://schemas.microsoft.com/office/drawing/2014/main" id="{53126A6A-2DEE-4578-8596-75F1D19B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6457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" name="shape-0355">
            <a:extLst xmlns:a="http://schemas.openxmlformats.org/drawingml/2006/main">
              <a:ext uri="{FF2B5EF4-FFF2-40B4-BE49-F238E27FC236}">
                <a16:creationId xmlns:a16="http://schemas.microsoft.com/office/drawing/2014/main" id="{BE9F1798-F51D-415F-B0B7-9C083719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620" y="64465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5" name="line-0356">
            <a:extLst xmlns:a="http://schemas.openxmlformats.org/drawingml/2006/main">
              <a:ext uri="{FF2B5EF4-FFF2-40B4-BE49-F238E27FC236}">
                <a16:creationId xmlns:a16="http://schemas.microsoft.com/office/drawing/2014/main" id="{0CF4E83F-9CE1-4F3B-946D-2D7921B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6296025"/>
            <a:ext cx="953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36" name="shape-0357">
            <a:extLst xmlns:a="http://schemas.openxmlformats.org/drawingml/2006/main">
              <a:ext uri="{FF2B5EF4-FFF2-40B4-BE49-F238E27FC236}">
                <a16:creationId xmlns:a16="http://schemas.microsoft.com/office/drawing/2014/main" id="{BA194EE9-3BFE-4FC9-ADE1-B25DE462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045" y="6275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7" name="line-0358">
            <a:extLst xmlns:a="http://schemas.openxmlformats.org/drawingml/2006/main">
              <a:ext uri="{FF2B5EF4-FFF2-40B4-BE49-F238E27FC236}">
                <a16:creationId xmlns:a16="http://schemas.microsoft.com/office/drawing/2014/main" id="{5BF01B2C-E088-4D50-986D-2229F2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66484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" name="shape-0359">
            <a:extLst xmlns:a="http://schemas.openxmlformats.org/drawingml/2006/main">
              <a:ext uri="{FF2B5EF4-FFF2-40B4-BE49-F238E27FC236}">
                <a16:creationId xmlns:a16="http://schemas.microsoft.com/office/drawing/2014/main" id="{FAD116B9-C641-42DE-9934-E2A137FE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520" y="6637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9" name="line-0360">
            <a:extLst xmlns:a="http://schemas.openxmlformats.org/drawingml/2006/main">
              <a:ext uri="{FF2B5EF4-FFF2-40B4-BE49-F238E27FC236}">
                <a16:creationId xmlns:a16="http://schemas.microsoft.com/office/drawing/2014/main" id="{98397474-1930-443B-8D6D-A2735E3E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64865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" name="shape-0361">
            <a:extLst xmlns:a="http://schemas.openxmlformats.org/drawingml/2006/main">
              <a:ext uri="{FF2B5EF4-FFF2-40B4-BE49-F238E27FC236}">
                <a16:creationId xmlns:a16="http://schemas.microsoft.com/office/drawing/2014/main" id="{EDF8E371-79FB-4631-978D-F862DFB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470" y="64750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1" name="line-0362">
            <a:extLst xmlns:a="http://schemas.openxmlformats.org/drawingml/2006/main">
              <a:ext uri="{FF2B5EF4-FFF2-40B4-BE49-F238E27FC236}">
                <a16:creationId xmlns:a16="http://schemas.microsoft.com/office/drawing/2014/main" id="{8D1D8348-FAE0-44CC-A918-41E61B31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6324600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" name="shape-0363">
            <a:extLst xmlns:a="http://schemas.openxmlformats.org/drawingml/2006/main">
              <a:ext uri="{FF2B5EF4-FFF2-40B4-BE49-F238E27FC236}">
                <a16:creationId xmlns:a16="http://schemas.microsoft.com/office/drawing/2014/main" id="{EEFE1FD9-A0F4-4302-B629-7D529165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63131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3" name="line-0364">
            <a:extLst xmlns:a="http://schemas.openxmlformats.org/drawingml/2006/main">
              <a:ext uri="{FF2B5EF4-FFF2-40B4-BE49-F238E27FC236}">
                <a16:creationId xmlns:a16="http://schemas.microsoft.com/office/drawing/2014/main" id="{0F9D1560-0491-453C-9EDF-49D98472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6162675"/>
            <a:ext cx="953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4" name="shape-0365">
            <a:extLst xmlns:a="http://schemas.openxmlformats.org/drawingml/2006/main">
              <a:ext uri="{FF2B5EF4-FFF2-40B4-BE49-F238E27FC236}">
                <a16:creationId xmlns:a16="http://schemas.microsoft.com/office/drawing/2014/main" id="{9B631E33-8721-42A9-9E7B-81E9C0BA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370" y="6151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5" name="line-0366">
            <a:extLst xmlns:a="http://schemas.openxmlformats.org/drawingml/2006/main">
              <a:ext uri="{FF2B5EF4-FFF2-40B4-BE49-F238E27FC236}">
                <a16:creationId xmlns:a16="http://schemas.microsoft.com/office/drawing/2014/main" id="{B654FCD0-02FE-44F4-8866-6922189E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515100"/>
            <a:ext cx="953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46" name="shape-0367">
            <a:extLst xmlns:a="http://schemas.openxmlformats.org/drawingml/2006/main">
              <a:ext uri="{FF2B5EF4-FFF2-40B4-BE49-F238E27FC236}">
                <a16:creationId xmlns:a16="http://schemas.microsoft.com/office/drawing/2014/main" id="{689AA894-4908-4977-BDAC-747795F7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795" y="6494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47" name="line-0368">
            <a:extLst xmlns:a="http://schemas.openxmlformats.org/drawingml/2006/main">
              <a:ext uri="{FF2B5EF4-FFF2-40B4-BE49-F238E27FC236}">
                <a16:creationId xmlns:a16="http://schemas.microsoft.com/office/drawing/2014/main" id="{166A3DAE-B4BA-4A64-B71F-B9E32210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3531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8" name="shape-0369">
            <a:extLst xmlns:a="http://schemas.openxmlformats.org/drawingml/2006/main">
              <a:ext uri="{FF2B5EF4-FFF2-40B4-BE49-F238E27FC236}">
                <a16:creationId xmlns:a16="http://schemas.microsoft.com/office/drawing/2014/main" id="{0D7A232B-C099-434F-8410-CE166A9A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270" y="63417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9" name="line-0370">
            <a:extLst xmlns:a="http://schemas.openxmlformats.org/drawingml/2006/main">
              <a:ext uri="{FF2B5EF4-FFF2-40B4-BE49-F238E27FC236}">
                <a16:creationId xmlns:a16="http://schemas.microsoft.com/office/drawing/2014/main" id="{BF7DB5CD-63EA-4F53-A699-8832AC73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48650" y="61912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0" name="shape-0371">
            <a:extLst xmlns:a="http://schemas.openxmlformats.org/drawingml/2006/main">
              <a:ext uri="{FF2B5EF4-FFF2-40B4-BE49-F238E27FC236}">
                <a16:creationId xmlns:a16="http://schemas.microsoft.com/office/drawing/2014/main" id="{FF940EDE-BE25-4B96-B8C6-4676D512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220" y="6179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1" name="line-0372">
            <a:extLst xmlns:a="http://schemas.openxmlformats.org/drawingml/2006/main">
              <a:ext uri="{FF2B5EF4-FFF2-40B4-BE49-F238E27FC236}">
                <a16:creationId xmlns:a16="http://schemas.microsoft.com/office/drawing/2014/main" id="{10F48E5E-27AC-4DE8-9BB7-05C60103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654367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2" name="shape-0373">
            <a:extLst xmlns:a="http://schemas.openxmlformats.org/drawingml/2006/main">
              <a:ext uri="{FF2B5EF4-FFF2-40B4-BE49-F238E27FC236}">
                <a16:creationId xmlns:a16="http://schemas.microsoft.com/office/drawing/2014/main" id="{AE0CF625-4456-44C9-B989-82DEACD9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170" y="6532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3" name="line-0374">
            <a:extLst xmlns:a="http://schemas.openxmlformats.org/drawingml/2006/main">
              <a:ext uri="{FF2B5EF4-FFF2-40B4-BE49-F238E27FC236}">
                <a16:creationId xmlns:a16="http://schemas.microsoft.com/office/drawing/2014/main" id="{341A54A7-F70C-44EF-924A-B4FA8A12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72550" y="63817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4" name="shape-0375">
            <a:extLst xmlns:a="http://schemas.openxmlformats.org/drawingml/2006/main">
              <a:ext uri="{FF2B5EF4-FFF2-40B4-BE49-F238E27FC236}">
                <a16:creationId xmlns:a16="http://schemas.microsoft.com/office/drawing/2014/main" id="{BCEC70EB-D6A9-48B1-BB88-60EE896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120" y="63703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5" name="line-0376">
            <a:extLst xmlns:a="http://schemas.openxmlformats.org/drawingml/2006/main">
              <a:ext uri="{FF2B5EF4-FFF2-40B4-BE49-F238E27FC236}">
                <a16:creationId xmlns:a16="http://schemas.microsoft.com/office/drawing/2014/main" id="{492EE12B-320A-4AA8-9DD8-A2579CDB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62198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56" name="shape-0377">
            <a:extLst xmlns:a="http://schemas.openxmlformats.org/drawingml/2006/main">
              <a:ext uri="{FF2B5EF4-FFF2-40B4-BE49-F238E27FC236}">
                <a16:creationId xmlns:a16="http://schemas.microsoft.com/office/drawing/2014/main" id="{9989FF62-3725-42E0-8729-1C6DF809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3545" y="61988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57" name="line-0378">
            <a:extLst xmlns:a="http://schemas.openxmlformats.org/drawingml/2006/main">
              <a:ext uri="{FF2B5EF4-FFF2-40B4-BE49-F238E27FC236}">
                <a16:creationId xmlns:a16="http://schemas.microsoft.com/office/drawing/2014/main" id="{275FABBA-52AA-47D5-86B8-B4E4756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657225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8" name="shape-0379">
            <a:extLst xmlns:a="http://schemas.openxmlformats.org/drawingml/2006/main">
              <a:ext uri="{FF2B5EF4-FFF2-40B4-BE49-F238E27FC236}">
                <a16:creationId xmlns:a16="http://schemas.microsoft.com/office/drawing/2014/main" id="{0469B554-500E-43BE-AD85-27A75AE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020" y="6560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9" name="line-0380">
            <a:extLst xmlns:a="http://schemas.openxmlformats.org/drawingml/2006/main">
              <a:ext uri="{FF2B5EF4-FFF2-40B4-BE49-F238E27FC236}">
                <a16:creationId xmlns:a16="http://schemas.microsoft.com/office/drawing/2014/main" id="{46145785-88DB-47B8-9EB6-C6B6F600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64103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0" name="shape-0381">
            <a:extLst xmlns:a="http://schemas.openxmlformats.org/drawingml/2006/main">
              <a:ext uri="{FF2B5EF4-FFF2-40B4-BE49-F238E27FC236}">
                <a16:creationId xmlns:a16="http://schemas.microsoft.com/office/drawing/2014/main" id="{4A2B91FD-F996-4011-A31B-6E38748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970" y="63988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1" name="line-0382">
            <a:extLst xmlns:a="http://schemas.openxmlformats.org/drawingml/2006/main">
              <a:ext uri="{FF2B5EF4-FFF2-40B4-BE49-F238E27FC236}">
                <a16:creationId xmlns:a16="http://schemas.microsoft.com/office/drawing/2014/main" id="{1B22EE24-435E-4CF0-83E8-FD1C5AA6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0350" y="62484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2" name="shape-0383">
            <a:extLst xmlns:a="http://schemas.openxmlformats.org/drawingml/2006/main">
              <a:ext uri="{FF2B5EF4-FFF2-40B4-BE49-F238E27FC236}">
                <a16:creationId xmlns:a16="http://schemas.microsoft.com/office/drawing/2014/main" id="{0626E47F-858F-4D12-93F7-FB094005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920" y="6236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3" name="line-0384">
            <a:extLst xmlns:a="http://schemas.openxmlformats.org/drawingml/2006/main">
              <a:ext uri="{FF2B5EF4-FFF2-40B4-BE49-F238E27FC236}">
                <a16:creationId xmlns:a16="http://schemas.microsoft.com/office/drawing/2014/main" id="{25184F38-ADBE-41AE-A23E-76EB2BF7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66008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4" name="shape-0385">
            <a:extLst xmlns:a="http://schemas.openxmlformats.org/drawingml/2006/main">
              <a:ext uri="{FF2B5EF4-FFF2-40B4-BE49-F238E27FC236}">
                <a16:creationId xmlns:a16="http://schemas.microsoft.com/office/drawing/2014/main" id="{0E650255-C807-4955-90F0-A1E23661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0870" y="65893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5" name="line-0386">
            <a:extLst xmlns:a="http://schemas.openxmlformats.org/drawingml/2006/main">
              <a:ext uri="{FF2B5EF4-FFF2-40B4-BE49-F238E27FC236}">
                <a16:creationId xmlns:a16="http://schemas.microsoft.com/office/drawing/2014/main" id="{8DF64CDB-778E-4454-820A-62A0E1C6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643890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6" name="shape-0387">
            <a:extLst xmlns:a="http://schemas.openxmlformats.org/drawingml/2006/main">
              <a:ext uri="{FF2B5EF4-FFF2-40B4-BE49-F238E27FC236}">
                <a16:creationId xmlns:a16="http://schemas.microsoft.com/office/drawing/2014/main" id="{45E6A563-7D70-4157-AB58-58E03C3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3295" y="64179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67" name="line-0388">
            <a:extLst xmlns:a="http://schemas.openxmlformats.org/drawingml/2006/main">
              <a:ext uri="{FF2B5EF4-FFF2-40B4-BE49-F238E27FC236}">
                <a16:creationId xmlns:a16="http://schemas.microsoft.com/office/drawing/2014/main" id="{C0BDDCED-646B-4177-8C87-8111ECC0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06200" y="6276975"/>
            <a:ext cx="953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8" name="shape-0389">
            <a:extLst xmlns:a="http://schemas.openxmlformats.org/drawingml/2006/main">
              <a:ext uri="{FF2B5EF4-FFF2-40B4-BE49-F238E27FC236}">
                <a16:creationId xmlns:a16="http://schemas.microsoft.com/office/drawing/2014/main" id="{41B49862-D80F-445A-8B45-42EC8FA8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0" y="62655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9" name="line-0390">
            <a:extLst xmlns:a="http://schemas.openxmlformats.org/drawingml/2006/main">
              <a:ext uri="{FF2B5EF4-FFF2-40B4-BE49-F238E27FC236}">
                <a16:creationId xmlns:a16="http://schemas.microsoft.com/office/drawing/2014/main" id="{B9925B4F-C948-4049-9BD4-45BAFD60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8150" y="66294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0" name="shape-0391">
            <a:extLst xmlns:a="http://schemas.openxmlformats.org/drawingml/2006/main">
              <a:ext uri="{FF2B5EF4-FFF2-40B4-BE49-F238E27FC236}">
                <a16:creationId xmlns:a16="http://schemas.microsoft.com/office/drawing/2014/main" id="{E4FB1F0F-1063-45D0-956B-058E2725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720" y="6617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1" name="line-0392">
            <a:extLst xmlns:a="http://schemas.openxmlformats.org/drawingml/2006/main">
              <a:ext uri="{FF2B5EF4-FFF2-40B4-BE49-F238E27FC236}">
                <a16:creationId xmlns:a16="http://schemas.microsoft.com/office/drawing/2014/main" id="{D2DAEF37-5849-482C-9F9D-0B309251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30100" y="6467475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2" name="shape-0393">
            <a:extLst xmlns:a="http://schemas.openxmlformats.org/drawingml/2006/main">
              <a:ext uri="{FF2B5EF4-FFF2-40B4-BE49-F238E27FC236}">
                <a16:creationId xmlns:a16="http://schemas.microsoft.com/office/drawing/2014/main" id="{67B5C38F-57DB-473D-9222-69C5E1E7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70" y="64560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3" name="text-0394">
            <a:extLst xmlns:a="http://schemas.openxmlformats.org/drawingml/2006/main">
              <a:ext uri="{FF2B5EF4-FFF2-40B4-BE49-F238E27FC236}">
                <a16:creationId xmlns:a16="http://schemas.microsoft.com/office/drawing/2014/main" id="{EB54CC42-74FB-4B60-8A67-44DE9737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0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4" name="text-0395">
            <a:extLst xmlns:a="http://schemas.openxmlformats.org/drawingml/2006/main">
              <a:ext uri="{FF2B5EF4-FFF2-40B4-BE49-F238E27FC236}">
                <a16:creationId xmlns:a16="http://schemas.microsoft.com/office/drawing/2014/main" id="{2DEF3644-04E4-4A2D-AC57-EA0020E3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动态参考年表提供可比较的公共年代信号</a:t>
            </a:r>
          </a:p>
        </p:txBody>
      </p:sp>
      <p:sp>
        <p:nvSpPr>
          <p:cNvPr id="75" name="line-0396">
            <a:extLst xmlns:a="http://schemas.openxmlformats.org/drawingml/2006/main">
              <a:ext uri="{FF2B5EF4-FFF2-40B4-BE49-F238E27FC236}">
                <a16:creationId xmlns:a16="http://schemas.microsoft.com/office/drawing/2014/main" id="{CF1715AF-14AE-4CA7-AAB0-4A634B6C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857250"/>
            <a:ext cx="809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76" name="text-0397">
            <a:extLst xmlns:a="http://schemas.openxmlformats.org/drawingml/2006/main">
              <a:ext uri="{FF2B5EF4-FFF2-40B4-BE49-F238E27FC236}">
                <a16:creationId xmlns:a16="http://schemas.microsoft.com/office/drawing/2014/main" id="{37A1C971-1F6D-49A3-BBFF-A70C98C0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当前 working RWL</a:t>
            </a:r>
          </a:p>
        </p:txBody>
      </p:sp>
      <p:sp>
        <p:nvSpPr>
          <p:cNvPr id="77" name="text-0398">
            <a:extLst xmlns:a="http://schemas.openxmlformats.org/drawingml/2006/main">
              <a:ext uri="{FF2B5EF4-FFF2-40B4-BE49-F238E27FC236}">
                <a16:creationId xmlns:a16="http://schemas.microsoft.com/office/drawing/2014/main" id="{26ABF773-079B-4AE1-AAAF-41AAD372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目标芯</a:t>
            </a:r>
          </a:p>
        </p:txBody>
      </p:sp>
      <p:pic>
        <p:nvPicPr>
          <p:cNvPr id="3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2cbe11cfe4499"/>
          <a:srcRect xmlns:a="http://schemas.openxmlformats.org/drawingml/2006/main" l="0" t="1691" r="0" b="16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1952625"/>
            <a:ext cx="2190750" cy="381000"/>
          </a:xfrm>
          <a:prstGeom xmlns:a="http://schemas.openxmlformats.org/drawingml/2006/main" prst="rect">
            <a:avLst/>
          </a:prstGeom>
        </p:spPr>
      </p:pic>
      <p:sp>
        <p:nvSpPr>
          <p:cNvPr id="79" name="line-0399">
            <a:extLst xmlns:a="http://schemas.openxmlformats.org/drawingml/2006/main">
              <a:ext uri="{FF2B5EF4-FFF2-40B4-BE49-F238E27FC236}">
                <a16:creationId xmlns:a16="http://schemas.microsoft.com/office/drawing/2014/main" id="{4EDE225B-97A5-4593-A58D-E8BCD6B8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381375"/>
            <a:ext cx="2476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80" name="line-0400">
            <a:extLst xmlns:a="http://schemas.openxmlformats.org/drawingml/2006/main">
              <a:ext uri="{FF2B5EF4-FFF2-40B4-BE49-F238E27FC236}">
                <a16:creationId xmlns:a16="http://schemas.microsoft.com/office/drawing/2014/main" id="{BD001010-C545-4854-896F-01AD4DEA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571750"/>
            <a:ext cx="953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81" name="line-0401">
            <a:extLst xmlns:a="http://schemas.openxmlformats.org/drawingml/2006/main">
              <a:ext uri="{FF2B5EF4-FFF2-40B4-BE49-F238E27FC236}">
                <a16:creationId xmlns:a16="http://schemas.microsoft.com/office/drawing/2014/main" id="{F5E6784E-FCBF-4D37-8EF4-D6ADF092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3875" y="2976563"/>
            <a:ext cx="165100" cy="242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82" name="line-0402">
            <a:extLst xmlns:a="http://schemas.openxmlformats.org/drawingml/2006/main">
              <a:ext uri="{FF2B5EF4-FFF2-40B4-BE49-F238E27FC236}">
                <a16:creationId xmlns:a16="http://schemas.microsoft.com/office/drawing/2014/main" id="{501DCAF8-D412-4BB9-8F5E-A21FBAC8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8975" y="2976563"/>
            <a:ext cx="16510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83" name="line-0403">
            <a:extLst xmlns:a="http://schemas.openxmlformats.org/drawingml/2006/main">
              <a:ext uri="{FF2B5EF4-FFF2-40B4-BE49-F238E27FC236}">
                <a16:creationId xmlns:a16="http://schemas.microsoft.com/office/drawing/2014/main" id="{BF0BEAC6-31CE-457E-A6EC-189BF3B9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54075" y="2814638"/>
            <a:ext cx="16510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84" name="line-0404">
            <a:extLst xmlns:a="http://schemas.openxmlformats.org/drawingml/2006/main">
              <a:ext uri="{FF2B5EF4-FFF2-40B4-BE49-F238E27FC236}">
                <a16:creationId xmlns:a16="http://schemas.microsoft.com/office/drawing/2014/main" id="{57B05743-F9A6-4743-A9AC-883FCBE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9175" y="2814638"/>
            <a:ext cx="16510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85" name="line-0405">
            <a:extLst xmlns:a="http://schemas.openxmlformats.org/drawingml/2006/main">
              <a:ext uri="{FF2B5EF4-FFF2-40B4-BE49-F238E27FC236}">
                <a16:creationId xmlns:a16="http://schemas.microsoft.com/office/drawing/2014/main" id="{93499C20-69B6-4B39-A7B8-E5EF132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4275" y="2733675"/>
            <a:ext cx="165100" cy="40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86" name="line-0406">
            <a:extLst xmlns:a="http://schemas.openxmlformats.org/drawingml/2006/main">
              <a:ext uri="{FF2B5EF4-FFF2-40B4-BE49-F238E27FC236}">
                <a16:creationId xmlns:a16="http://schemas.microsoft.com/office/drawing/2014/main" id="{B7BFAC3F-B95A-4522-8E73-672ED0A4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9375" y="2733675"/>
            <a:ext cx="165100" cy="4452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87" name="line-0407">
            <a:extLst xmlns:a="http://schemas.openxmlformats.org/drawingml/2006/main">
              <a:ext uri="{FF2B5EF4-FFF2-40B4-BE49-F238E27FC236}">
                <a16:creationId xmlns:a16="http://schemas.microsoft.com/office/drawing/2014/main" id="{111151E5-E6CD-4042-AB54-F28B8868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14475" y="2895600"/>
            <a:ext cx="165100" cy="2833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88" name="line-0408">
            <a:extLst xmlns:a="http://schemas.openxmlformats.org/drawingml/2006/main">
              <a:ext uri="{FF2B5EF4-FFF2-40B4-BE49-F238E27FC236}">
                <a16:creationId xmlns:a16="http://schemas.microsoft.com/office/drawing/2014/main" id="{5512DCE0-7B1B-4F56-8F21-FCF5B0A2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79575" y="2895600"/>
            <a:ext cx="165100" cy="3643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89" name="line-0409">
            <a:extLst xmlns:a="http://schemas.openxmlformats.org/drawingml/2006/main">
              <a:ext uri="{FF2B5EF4-FFF2-40B4-BE49-F238E27FC236}">
                <a16:creationId xmlns:a16="http://schemas.microsoft.com/office/drawing/2014/main" id="{9B0BF027-9A49-47A5-A48D-B7E31B9F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44675" y="2774156"/>
            <a:ext cx="16510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90" name="line-0410">
            <a:extLst xmlns:a="http://schemas.openxmlformats.org/drawingml/2006/main">
              <a:ext uri="{FF2B5EF4-FFF2-40B4-BE49-F238E27FC236}">
                <a16:creationId xmlns:a16="http://schemas.microsoft.com/office/drawing/2014/main" id="{D1F7123A-BDBC-429D-B95B-9046BDEF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9775" y="2774156"/>
            <a:ext cx="165100" cy="3481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91" name="line-0411">
            <a:extLst xmlns:a="http://schemas.openxmlformats.org/drawingml/2006/main">
              <a:ext uri="{FF2B5EF4-FFF2-40B4-BE49-F238E27FC236}">
                <a16:creationId xmlns:a16="http://schemas.microsoft.com/office/drawing/2014/main" id="{6E8EE308-B15F-44F4-8F11-955B1901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74875" y="2652713"/>
            <a:ext cx="165100" cy="469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92" name="line-0412">
            <a:extLst xmlns:a="http://schemas.openxmlformats.org/drawingml/2006/main">
              <a:ext uri="{FF2B5EF4-FFF2-40B4-BE49-F238E27FC236}">
                <a16:creationId xmlns:a16="http://schemas.microsoft.com/office/drawing/2014/main" id="{FFDEFC30-CF90-43DE-A1FD-BF7B1542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9975" y="2652713"/>
            <a:ext cx="165100" cy="40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93" name="line-0413">
            <a:extLst xmlns:a="http://schemas.openxmlformats.org/drawingml/2006/main">
              <a:ext uri="{FF2B5EF4-FFF2-40B4-BE49-F238E27FC236}">
                <a16:creationId xmlns:a16="http://schemas.microsoft.com/office/drawing/2014/main" id="{7B3C9173-01AE-4E47-BCDE-2160E7F5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05075" y="2814638"/>
            <a:ext cx="165100" cy="242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94" name="line-0414">
            <a:extLst xmlns:a="http://schemas.openxmlformats.org/drawingml/2006/main">
              <a:ext uri="{FF2B5EF4-FFF2-40B4-BE49-F238E27FC236}">
                <a16:creationId xmlns:a16="http://schemas.microsoft.com/office/drawing/2014/main" id="{BFAE07D8-A802-4262-A156-5F840473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70175" y="2814638"/>
            <a:ext cx="165100" cy="40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95" name="line-0415">
            <a:extLst xmlns:a="http://schemas.openxmlformats.org/drawingml/2006/main">
              <a:ext uri="{FF2B5EF4-FFF2-40B4-BE49-F238E27FC236}">
                <a16:creationId xmlns:a16="http://schemas.microsoft.com/office/drawing/2014/main" id="{27F16646-22C8-42BA-8F80-FA09E83C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35275" y="2733675"/>
            <a:ext cx="16510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96" name="text-0416">
            <a:extLst xmlns:a="http://schemas.openxmlformats.org/drawingml/2006/main">
              <a:ext uri="{FF2B5EF4-FFF2-40B4-BE49-F238E27FC236}">
                <a16:creationId xmlns:a16="http://schemas.microsoft.com/office/drawing/2014/main" id="{8EDFEC84-014C-421F-9954-FF74C02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290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1600</a:t>
            </a:r>
          </a:p>
        </p:txBody>
      </p:sp>
      <p:sp>
        <p:nvSpPr>
          <p:cNvPr id="97" name="text-0417">
            <a:extLst xmlns:a="http://schemas.openxmlformats.org/drawingml/2006/main">
              <a:ext uri="{FF2B5EF4-FFF2-40B4-BE49-F238E27FC236}">
                <a16:creationId xmlns:a16="http://schemas.microsoft.com/office/drawing/2014/main" id="{AFB9DA4A-562D-44CF-AC08-0B8B36E9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2000</a:t>
            </a:r>
          </a:p>
        </p:txBody>
      </p:sp>
      <p:sp>
        <p:nvSpPr>
          <p:cNvPr id="98" name="text-0418">
            <a:extLst xmlns:a="http://schemas.openxmlformats.org/drawingml/2006/main">
              <a:ext uri="{FF2B5EF4-FFF2-40B4-BE49-F238E27FC236}">
                <a16:creationId xmlns:a16="http://schemas.microsoft.com/office/drawing/2014/main" id="{75DA2A1D-2E96-4DFF-8B09-806C3028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COFECHA PART 3 master</a:t>
            </a:r>
          </a:p>
        </p:txBody>
      </p:sp>
      <p:sp>
        <p:nvSpPr>
          <p:cNvPr id="99" name="text-0419">
            <a:extLst xmlns:a="http://schemas.openxmlformats.org/drawingml/2006/main">
              <a:ext uri="{FF2B5EF4-FFF2-40B4-BE49-F238E27FC236}">
                <a16:creationId xmlns:a16="http://schemas.microsoft.com/office/drawing/2014/main" id="{1E431ABD-B8EE-45AE-8C16-78434DF5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719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锚定样芯</a:t>
            </a:r>
          </a:p>
        </p:txBody>
      </p:sp>
      <p:pic>
        <p:nvPicPr>
          <p:cNvPr id="3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d1abc5a784147"/>
          <a:srcRect xmlns:a="http://schemas.openxmlformats.org/drawingml/2006/main" l="2768" t="0" r="27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4238625"/>
            <a:ext cx="2190750" cy="666750"/>
          </a:xfrm>
          <a:prstGeom xmlns:a="http://schemas.openxmlformats.org/drawingml/2006/main" prst="rect">
            <a:avLst/>
          </a:prstGeom>
        </p:spPr>
      </p:pic>
      <p:sp>
        <p:nvSpPr>
          <p:cNvPr id="101" name="line-0420">
            <a:extLst xmlns:a="http://schemas.openxmlformats.org/drawingml/2006/main">
              <a:ext uri="{FF2B5EF4-FFF2-40B4-BE49-F238E27FC236}">
                <a16:creationId xmlns:a16="http://schemas.microsoft.com/office/drawing/2014/main" id="{A6BF239C-AB87-46B4-9C11-AE9791FD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257800"/>
            <a:ext cx="2476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2" name="line-0421">
            <a:extLst xmlns:a="http://schemas.openxmlformats.org/drawingml/2006/main">
              <a:ext uri="{FF2B5EF4-FFF2-40B4-BE49-F238E27FC236}">
                <a16:creationId xmlns:a16="http://schemas.microsoft.com/office/drawing/2014/main" id="{349B3EF1-0C1F-4C79-A91E-5B5D01CF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1435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3" name="line-0422">
            <a:extLst xmlns:a="http://schemas.openxmlformats.org/drawingml/2006/main">
              <a:ext uri="{FF2B5EF4-FFF2-40B4-BE49-F238E27FC236}">
                <a16:creationId xmlns:a16="http://schemas.microsoft.com/office/drawing/2014/main" id="{FC7FAA62-4B2E-46FA-9C03-0384003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3875" y="5194935"/>
            <a:ext cx="225136" cy="17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4" name="line-0423">
            <a:extLst xmlns:a="http://schemas.openxmlformats.org/drawingml/2006/main">
              <a:ext uri="{FF2B5EF4-FFF2-40B4-BE49-F238E27FC236}">
                <a16:creationId xmlns:a16="http://schemas.microsoft.com/office/drawing/2014/main" id="{CB7AFA8C-16D9-4B2B-951A-A473DBC6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9011" y="5194935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5" name="line-0424">
            <a:extLst xmlns:a="http://schemas.openxmlformats.org/drawingml/2006/main">
              <a:ext uri="{FF2B5EF4-FFF2-40B4-BE49-F238E27FC236}">
                <a16:creationId xmlns:a16="http://schemas.microsoft.com/office/drawing/2014/main" id="{CC441909-0E1A-4EC2-9C29-ED146B33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74148" y="5183505"/>
            <a:ext cx="225136" cy="22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6" name="line-0425">
            <a:extLst xmlns:a="http://schemas.openxmlformats.org/drawingml/2006/main">
              <a:ext uri="{FF2B5EF4-FFF2-40B4-BE49-F238E27FC236}">
                <a16:creationId xmlns:a16="http://schemas.microsoft.com/office/drawing/2014/main" id="{800EBDF6-221E-46F6-8CA9-3452281D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9284" y="5183505"/>
            <a:ext cx="225136" cy="17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7" name="line-0426">
            <a:extLst xmlns:a="http://schemas.openxmlformats.org/drawingml/2006/main">
              <a:ext uri="{FF2B5EF4-FFF2-40B4-BE49-F238E27FC236}">
                <a16:creationId xmlns:a16="http://schemas.microsoft.com/office/drawing/2014/main" id="{D7CF2EA2-AF3F-4CCA-9925-75D069A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4420" y="5189220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8" name="line-0427">
            <a:extLst xmlns:a="http://schemas.openxmlformats.org/drawingml/2006/main">
              <a:ext uri="{FF2B5EF4-FFF2-40B4-BE49-F238E27FC236}">
                <a16:creationId xmlns:a16="http://schemas.microsoft.com/office/drawing/2014/main" id="{AC6D141F-904D-4BC4-8513-5EE7B3D5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49557" y="5189220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9" name="line-0428">
            <a:extLst xmlns:a="http://schemas.openxmlformats.org/drawingml/2006/main">
              <a:ext uri="{FF2B5EF4-FFF2-40B4-BE49-F238E27FC236}">
                <a16:creationId xmlns:a16="http://schemas.microsoft.com/office/drawing/2014/main" id="{5A3A9EE2-E90C-43DB-B7AB-E25E3256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4693" y="5177790"/>
            <a:ext cx="225136" cy="2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0" name="line-0429">
            <a:extLst xmlns:a="http://schemas.openxmlformats.org/drawingml/2006/main">
              <a:ext uri="{FF2B5EF4-FFF2-40B4-BE49-F238E27FC236}">
                <a16:creationId xmlns:a16="http://schemas.microsoft.com/office/drawing/2014/main" id="{AC0BE2E1-4CCE-4D66-9ED8-3A4DCD26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9830" y="5177790"/>
            <a:ext cx="225136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1" name="line-0430">
            <a:extLst xmlns:a="http://schemas.openxmlformats.org/drawingml/2006/main">
              <a:ext uri="{FF2B5EF4-FFF2-40B4-BE49-F238E27FC236}">
                <a16:creationId xmlns:a16="http://schemas.microsoft.com/office/drawing/2014/main" id="{7F534D32-3099-4FED-9603-9E273E7E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24966" y="5186934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2" name="line-0431">
            <a:extLst xmlns:a="http://schemas.openxmlformats.org/drawingml/2006/main">
              <a:ext uri="{FF2B5EF4-FFF2-40B4-BE49-F238E27FC236}">
                <a16:creationId xmlns:a16="http://schemas.microsoft.com/office/drawing/2014/main" id="{08EC2A1B-052F-4407-91B8-85AD825B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50102" y="5186934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3" name="line-0432">
            <a:extLst xmlns:a="http://schemas.openxmlformats.org/drawingml/2006/main">
              <a:ext uri="{FF2B5EF4-FFF2-40B4-BE49-F238E27FC236}">
                <a16:creationId xmlns:a16="http://schemas.microsoft.com/office/drawing/2014/main" id="{FD0737E9-3989-4FA4-9B8C-DB0359D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75239" y="5182362"/>
            <a:ext cx="225136" cy="18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4" name="line-0433">
            <a:extLst xmlns:a="http://schemas.openxmlformats.org/drawingml/2006/main">
              <a:ext uri="{FF2B5EF4-FFF2-40B4-BE49-F238E27FC236}">
                <a16:creationId xmlns:a16="http://schemas.microsoft.com/office/drawing/2014/main" id="{77BB875B-B1BF-4723-89C9-FBB6D730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400675"/>
            <a:ext cx="2476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5" name="line-0434">
            <a:extLst xmlns:a="http://schemas.openxmlformats.org/drawingml/2006/main">
              <a:ext uri="{FF2B5EF4-FFF2-40B4-BE49-F238E27FC236}">
                <a16:creationId xmlns:a16="http://schemas.microsoft.com/office/drawing/2014/main" id="{293D3039-FC5C-4701-9831-D059C74B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286375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6" name="line-0435">
            <a:extLst xmlns:a="http://schemas.openxmlformats.org/drawingml/2006/main">
              <a:ext uri="{FF2B5EF4-FFF2-40B4-BE49-F238E27FC236}">
                <a16:creationId xmlns:a16="http://schemas.microsoft.com/office/drawing/2014/main" id="{E0F46774-2C3D-4339-94D1-12594C2E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3875" y="5337810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17" name="line-0436">
            <a:extLst xmlns:a="http://schemas.openxmlformats.org/drawingml/2006/main">
              <a:ext uri="{FF2B5EF4-FFF2-40B4-BE49-F238E27FC236}">
                <a16:creationId xmlns:a16="http://schemas.microsoft.com/office/drawing/2014/main" id="{88DA954A-A435-44EA-854A-1DD02927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9011" y="5337810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18" name="line-0437">
            <a:extLst xmlns:a="http://schemas.openxmlformats.org/drawingml/2006/main">
              <a:ext uri="{FF2B5EF4-FFF2-40B4-BE49-F238E27FC236}">
                <a16:creationId xmlns:a16="http://schemas.microsoft.com/office/drawing/2014/main" id="{8D711141-9520-4AED-830D-E64859F2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74148" y="5326380"/>
            <a:ext cx="225136" cy="22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19" name="line-0438">
            <a:extLst xmlns:a="http://schemas.openxmlformats.org/drawingml/2006/main">
              <a:ext uri="{FF2B5EF4-FFF2-40B4-BE49-F238E27FC236}">
                <a16:creationId xmlns:a16="http://schemas.microsoft.com/office/drawing/2014/main" id="{3E73B08A-8875-404A-A83E-A09D12D4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9284" y="5326380"/>
            <a:ext cx="225136" cy="17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0" name="line-0439">
            <a:extLst xmlns:a="http://schemas.openxmlformats.org/drawingml/2006/main">
              <a:ext uri="{FF2B5EF4-FFF2-40B4-BE49-F238E27FC236}">
                <a16:creationId xmlns:a16="http://schemas.microsoft.com/office/drawing/2014/main" id="{D939F750-7EF1-4EE2-86AD-C81EFEE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4420" y="5332095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1" name="line-0440">
            <a:extLst xmlns:a="http://schemas.openxmlformats.org/drawingml/2006/main">
              <a:ext uri="{FF2B5EF4-FFF2-40B4-BE49-F238E27FC236}">
                <a16:creationId xmlns:a16="http://schemas.microsoft.com/office/drawing/2014/main" id="{7A199CC2-0F31-49BF-B82E-B85A7E62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49557" y="5332095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2" name="line-0441">
            <a:extLst xmlns:a="http://schemas.openxmlformats.org/drawingml/2006/main">
              <a:ext uri="{FF2B5EF4-FFF2-40B4-BE49-F238E27FC236}">
                <a16:creationId xmlns:a16="http://schemas.microsoft.com/office/drawing/2014/main" id="{0D4E82A4-9180-483D-AFCA-FF2E8A22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4693" y="5320665"/>
            <a:ext cx="225136" cy="2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3" name="line-0442">
            <a:extLst xmlns:a="http://schemas.openxmlformats.org/drawingml/2006/main">
              <a:ext uri="{FF2B5EF4-FFF2-40B4-BE49-F238E27FC236}">
                <a16:creationId xmlns:a16="http://schemas.microsoft.com/office/drawing/2014/main" id="{A428DD4C-9902-4BB6-8F7A-EC534EA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9830" y="5320665"/>
            <a:ext cx="225136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4" name="line-0443">
            <a:extLst xmlns:a="http://schemas.openxmlformats.org/drawingml/2006/main">
              <a:ext uri="{FF2B5EF4-FFF2-40B4-BE49-F238E27FC236}">
                <a16:creationId xmlns:a16="http://schemas.microsoft.com/office/drawing/2014/main" id="{535A74CA-A1A4-4763-872A-540737F5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24966" y="5329809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5" name="line-0444">
            <a:extLst xmlns:a="http://schemas.openxmlformats.org/drawingml/2006/main">
              <a:ext uri="{FF2B5EF4-FFF2-40B4-BE49-F238E27FC236}">
                <a16:creationId xmlns:a16="http://schemas.microsoft.com/office/drawing/2014/main" id="{6239CE3C-F859-4589-9032-5D28699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50102" y="5329809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6" name="line-0445">
            <a:extLst xmlns:a="http://schemas.openxmlformats.org/drawingml/2006/main">
              <a:ext uri="{FF2B5EF4-FFF2-40B4-BE49-F238E27FC236}">
                <a16:creationId xmlns:a16="http://schemas.microsoft.com/office/drawing/2014/main" id="{33646C33-9922-41C9-877E-8B3CE8E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75239" y="5325237"/>
            <a:ext cx="225136" cy="18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7" name="line-0446">
            <a:extLst xmlns:a="http://schemas.openxmlformats.org/drawingml/2006/main">
              <a:ext uri="{FF2B5EF4-FFF2-40B4-BE49-F238E27FC236}">
                <a16:creationId xmlns:a16="http://schemas.microsoft.com/office/drawing/2014/main" id="{C355D90B-C6AE-4DFB-BB9D-67932E22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543550"/>
            <a:ext cx="2476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28" name="line-0447">
            <a:extLst xmlns:a="http://schemas.openxmlformats.org/drawingml/2006/main">
              <a:ext uri="{FF2B5EF4-FFF2-40B4-BE49-F238E27FC236}">
                <a16:creationId xmlns:a16="http://schemas.microsoft.com/office/drawing/2014/main" id="{159FC416-4A7F-431C-935D-31DC0232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42925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29" name="line-0448">
            <a:extLst xmlns:a="http://schemas.openxmlformats.org/drawingml/2006/main">
              <a:ext uri="{FF2B5EF4-FFF2-40B4-BE49-F238E27FC236}">
                <a16:creationId xmlns:a16="http://schemas.microsoft.com/office/drawing/2014/main" id="{B00D48C6-648E-41C3-9A3E-A530088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3875" y="5480685"/>
            <a:ext cx="225136" cy="10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0" name="line-0449">
            <a:extLst xmlns:a="http://schemas.openxmlformats.org/drawingml/2006/main">
              <a:ext uri="{FF2B5EF4-FFF2-40B4-BE49-F238E27FC236}">
                <a16:creationId xmlns:a16="http://schemas.microsoft.com/office/drawing/2014/main" id="{045379A6-00A8-49A7-802B-B1B1D18A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9011" y="5480685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1" name="line-0450">
            <a:extLst xmlns:a="http://schemas.openxmlformats.org/drawingml/2006/main">
              <a:ext uri="{FF2B5EF4-FFF2-40B4-BE49-F238E27FC236}">
                <a16:creationId xmlns:a16="http://schemas.microsoft.com/office/drawing/2014/main" id="{CC56B2EB-0838-4B73-8A4E-426F194D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74148" y="5469255"/>
            <a:ext cx="225136" cy="22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2" name="line-0451">
            <a:extLst xmlns:a="http://schemas.openxmlformats.org/drawingml/2006/main">
              <a:ext uri="{FF2B5EF4-FFF2-40B4-BE49-F238E27FC236}">
                <a16:creationId xmlns:a16="http://schemas.microsoft.com/office/drawing/2014/main" id="{673BFBAE-7F34-43DB-B184-5DB9F07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9284" y="5469255"/>
            <a:ext cx="225136" cy="17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3" name="line-0452">
            <a:extLst xmlns:a="http://schemas.openxmlformats.org/drawingml/2006/main">
              <a:ext uri="{FF2B5EF4-FFF2-40B4-BE49-F238E27FC236}">
                <a16:creationId xmlns:a16="http://schemas.microsoft.com/office/drawing/2014/main" id="{B6EDA199-8E50-4C00-B5DD-0D66A02C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4420" y="5474970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4" name="line-0453">
            <a:extLst xmlns:a="http://schemas.openxmlformats.org/drawingml/2006/main">
              <a:ext uri="{FF2B5EF4-FFF2-40B4-BE49-F238E27FC236}">
                <a16:creationId xmlns:a16="http://schemas.microsoft.com/office/drawing/2014/main" id="{9B261BE5-337B-4D97-B2E9-6CCB9D1A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49557" y="5474970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5" name="line-0454">
            <a:extLst xmlns:a="http://schemas.openxmlformats.org/drawingml/2006/main">
              <a:ext uri="{FF2B5EF4-FFF2-40B4-BE49-F238E27FC236}">
                <a16:creationId xmlns:a16="http://schemas.microsoft.com/office/drawing/2014/main" id="{FB106FC4-971E-4D08-A02D-4E86C2B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4693" y="5463540"/>
            <a:ext cx="225136" cy="2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6" name="line-0455">
            <a:extLst xmlns:a="http://schemas.openxmlformats.org/drawingml/2006/main">
              <a:ext uri="{FF2B5EF4-FFF2-40B4-BE49-F238E27FC236}">
                <a16:creationId xmlns:a16="http://schemas.microsoft.com/office/drawing/2014/main" id="{535DA1B0-08C8-4652-BF8C-1F2C12E6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9830" y="5463540"/>
            <a:ext cx="225136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7" name="line-0456">
            <a:extLst xmlns:a="http://schemas.openxmlformats.org/drawingml/2006/main">
              <a:ext uri="{FF2B5EF4-FFF2-40B4-BE49-F238E27FC236}">
                <a16:creationId xmlns:a16="http://schemas.microsoft.com/office/drawing/2014/main" id="{B046A61B-EFBB-4014-BBE7-28742962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24966" y="5472684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8" name="line-0457">
            <a:extLst xmlns:a="http://schemas.openxmlformats.org/drawingml/2006/main">
              <a:ext uri="{FF2B5EF4-FFF2-40B4-BE49-F238E27FC236}">
                <a16:creationId xmlns:a16="http://schemas.microsoft.com/office/drawing/2014/main" id="{84868FC9-303F-4029-BCA2-6D6A448F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50102" y="5472684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9" name="line-0458">
            <a:extLst xmlns:a="http://schemas.openxmlformats.org/drawingml/2006/main">
              <a:ext uri="{FF2B5EF4-FFF2-40B4-BE49-F238E27FC236}">
                <a16:creationId xmlns:a16="http://schemas.microsoft.com/office/drawing/2014/main" id="{CE9A342D-30B3-458F-98F6-941F6B37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75239" y="5468112"/>
            <a:ext cx="225136" cy="18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0" name="line-0459">
            <a:extLst xmlns:a="http://schemas.openxmlformats.org/drawingml/2006/main">
              <a:ext uri="{FF2B5EF4-FFF2-40B4-BE49-F238E27FC236}">
                <a16:creationId xmlns:a16="http://schemas.microsoft.com/office/drawing/2014/main" id="{FE75F720-8B70-4E7D-8DBC-145049E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686425"/>
            <a:ext cx="2476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1" name="line-0460">
            <a:extLst xmlns:a="http://schemas.openxmlformats.org/drawingml/2006/main">
              <a:ext uri="{FF2B5EF4-FFF2-40B4-BE49-F238E27FC236}">
                <a16:creationId xmlns:a16="http://schemas.microsoft.com/office/drawing/2014/main" id="{B18F8147-A41A-46B1-8D4C-CF9A38C6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572125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2" name="line-0461">
            <a:extLst xmlns:a="http://schemas.openxmlformats.org/drawingml/2006/main">
              <a:ext uri="{FF2B5EF4-FFF2-40B4-BE49-F238E27FC236}">
                <a16:creationId xmlns:a16="http://schemas.microsoft.com/office/drawing/2014/main" id="{4B61ED5E-62BB-494D-8AAB-3F4642FD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3875" y="5623560"/>
            <a:ext cx="225136" cy="6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43" name="line-0462">
            <a:extLst xmlns:a="http://schemas.openxmlformats.org/drawingml/2006/main">
              <a:ext uri="{FF2B5EF4-FFF2-40B4-BE49-F238E27FC236}">
                <a16:creationId xmlns:a16="http://schemas.microsoft.com/office/drawing/2014/main" id="{7685910C-9F4C-45E8-8891-73F40DD1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9011" y="5623560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44" name="line-0463">
            <a:extLst xmlns:a="http://schemas.openxmlformats.org/drawingml/2006/main">
              <a:ext uri="{FF2B5EF4-FFF2-40B4-BE49-F238E27FC236}">
                <a16:creationId xmlns:a16="http://schemas.microsoft.com/office/drawing/2014/main" id="{E9CE4BB8-BF81-4514-8079-567ECEF7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74148" y="5612130"/>
            <a:ext cx="225136" cy="228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45" name="line-0464">
            <a:extLst xmlns:a="http://schemas.openxmlformats.org/drawingml/2006/main">
              <a:ext uri="{FF2B5EF4-FFF2-40B4-BE49-F238E27FC236}">
                <a16:creationId xmlns:a16="http://schemas.microsoft.com/office/drawing/2014/main" id="{55BF9085-79E1-48CD-B00E-BD0B31FA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9284" y="5612130"/>
            <a:ext cx="225136" cy="17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46" name="line-0465">
            <a:extLst xmlns:a="http://schemas.openxmlformats.org/drawingml/2006/main">
              <a:ext uri="{FF2B5EF4-FFF2-40B4-BE49-F238E27FC236}">
                <a16:creationId xmlns:a16="http://schemas.microsoft.com/office/drawing/2014/main" id="{88CAAB0D-ACBC-4590-8E13-22332B6D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4420" y="5617845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47" name="line-0466">
            <a:extLst xmlns:a="http://schemas.openxmlformats.org/drawingml/2006/main">
              <a:ext uri="{FF2B5EF4-FFF2-40B4-BE49-F238E27FC236}">
                <a16:creationId xmlns:a16="http://schemas.microsoft.com/office/drawing/2014/main" id="{E9D34DF1-91AC-4C4D-B507-D92C986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49557" y="5617845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48" name="line-0467">
            <a:extLst xmlns:a="http://schemas.openxmlformats.org/drawingml/2006/main">
              <a:ext uri="{FF2B5EF4-FFF2-40B4-BE49-F238E27FC236}">
                <a16:creationId xmlns:a16="http://schemas.microsoft.com/office/drawing/2014/main" id="{3EBEFF11-E28D-4689-9EF3-009BA863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4693" y="5606415"/>
            <a:ext cx="225136" cy="2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49" name="line-0468">
            <a:extLst xmlns:a="http://schemas.openxmlformats.org/drawingml/2006/main">
              <a:ext uri="{FF2B5EF4-FFF2-40B4-BE49-F238E27FC236}">
                <a16:creationId xmlns:a16="http://schemas.microsoft.com/office/drawing/2014/main" id="{489C3289-DD0A-4CF6-B582-50FD431B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9830" y="5606415"/>
            <a:ext cx="225136" cy="2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50" name="line-0469">
            <a:extLst xmlns:a="http://schemas.openxmlformats.org/drawingml/2006/main">
              <a:ext uri="{FF2B5EF4-FFF2-40B4-BE49-F238E27FC236}">
                <a16:creationId xmlns:a16="http://schemas.microsoft.com/office/drawing/2014/main" id="{BAF8C1B2-0C9C-4D7E-A275-3E4787CE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24966" y="5615559"/>
            <a:ext cx="225136" cy="11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51" name="line-0470">
            <a:extLst xmlns:a="http://schemas.openxmlformats.org/drawingml/2006/main">
              <a:ext uri="{FF2B5EF4-FFF2-40B4-BE49-F238E27FC236}">
                <a16:creationId xmlns:a16="http://schemas.microsoft.com/office/drawing/2014/main" id="{077116F3-6147-4985-9A19-F9CB0E03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50102" y="5615559"/>
            <a:ext cx="225136" cy="13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52" name="line-0471">
            <a:extLst xmlns:a="http://schemas.openxmlformats.org/drawingml/2006/main">
              <a:ext uri="{FF2B5EF4-FFF2-40B4-BE49-F238E27FC236}">
                <a16:creationId xmlns:a16="http://schemas.microsoft.com/office/drawing/2014/main" id="{D8827958-6347-4714-9E85-36370F0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75239" y="5610987"/>
            <a:ext cx="225136" cy="18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53" name="line-0472">
            <a:extLst xmlns:a="http://schemas.openxmlformats.org/drawingml/2006/main">
              <a:ext uri="{FF2B5EF4-FFF2-40B4-BE49-F238E27FC236}">
                <a16:creationId xmlns:a16="http://schemas.microsoft.com/office/drawing/2014/main" id="{ED94E854-192E-4FBD-B0DE-D866A19F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2114550"/>
            <a:ext cx="6648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54" name="line-0473">
            <a:extLst xmlns:a="http://schemas.openxmlformats.org/drawingml/2006/main">
              <a:ext uri="{FF2B5EF4-FFF2-40B4-BE49-F238E27FC236}">
                <a16:creationId xmlns:a16="http://schemas.microsoft.com/office/drawing/2014/main" id="{7EBD78A1-3240-4C02-B515-6F346613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5334000"/>
            <a:ext cx="809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A3A"/>
            </a:solidFill>
            <a:prstDash val="solid"/>
          </a:ln>
        </p:spPr>
      </p:sp>
      <p:sp>
        <p:nvSpPr>
          <p:cNvPr id="155" name="shape-0474">
            <a:extLst xmlns:a="http://schemas.openxmlformats.org/drawingml/2006/main">
              <a:ext uri="{FF2B5EF4-FFF2-40B4-BE49-F238E27FC236}">
                <a16:creationId xmlns:a16="http://schemas.microsoft.com/office/drawing/2014/main" id="{A7AB401F-265C-4D52-A23C-28A6EF0A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4086225"/>
            <a:ext cx="5524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156" name="shape-0475">
            <a:extLst xmlns:a="http://schemas.openxmlformats.org/drawingml/2006/main">
              <a:ext uri="{FF2B5EF4-FFF2-40B4-BE49-F238E27FC236}">
                <a16:creationId xmlns:a16="http://schemas.microsoft.com/office/drawing/2014/main" id="{200DF10E-92D5-4346-B131-58C9BCC6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4475" y="4178300"/>
            <a:ext cx="368300" cy="368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157" name="shape-0476">
            <a:extLst xmlns:a="http://schemas.openxmlformats.org/drawingml/2006/main">
              <a:ext uri="{FF2B5EF4-FFF2-40B4-BE49-F238E27FC236}">
                <a16:creationId xmlns:a16="http://schemas.microsoft.com/office/drawing/2014/main" id="{68CD0AE4-6FBC-405F-B057-1CDE31B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6550" y="4270375"/>
            <a:ext cx="184150" cy="184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158" name="shape-0477">
            <a:extLst xmlns:a="http://schemas.openxmlformats.org/drawingml/2006/main">
              <a:ext uri="{FF2B5EF4-FFF2-40B4-BE49-F238E27FC236}">
                <a16:creationId xmlns:a16="http://schemas.microsoft.com/office/drawing/2014/main" id="{D7B6714F-E5CD-4031-BF71-6D7A3070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59" name="text-0478">
            <a:extLst xmlns:a="http://schemas.openxmlformats.org/drawingml/2006/main">
              <a:ext uri="{FF2B5EF4-FFF2-40B4-BE49-F238E27FC236}">
                <a16:creationId xmlns:a16="http://schemas.microsoft.com/office/drawing/2014/main" id="{F8A74D32-BD85-4F9B-B5C4-200E2B62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71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pairwise bootstrap</a:t>
            </a:r>
          </a:p>
        </p:txBody>
      </p:sp>
      <p:sp>
        <p:nvSpPr>
          <p:cNvPr id="160" name="line-0479">
            <a:extLst xmlns:a="http://schemas.openxmlformats.org/drawingml/2006/main">
              <a:ext uri="{FF2B5EF4-FFF2-40B4-BE49-F238E27FC236}">
                <a16:creationId xmlns:a16="http://schemas.microsoft.com/office/drawing/2014/main" id="{CB0B8E48-C8A1-417F-A856-A720F5BD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81425" y="5267325"/>
            <a:ext cx="914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61" name="line-0480">
            <a:extLst xmlns:a="http://schemas.openxmlformats.org/drawingml/2006/main">
              <a:ext uri="{FF2B5EF4-FFF2-40B4-BE49-F238E27FC236}">
                <a16:creationId xmlns:a16="http://schemas.microsoft.com/office/drawing/2014/main" id="{4FC3ADEA-ACD3-4640-87A3-EACA20D0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81425" y="4810125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62" name="line-0481">
            <a:extLst xmlns:a="http://schemas.openxmlformats.org/drawingml/2006/main">
              <a:ext uri="{FF2B5EF4-FFF2-40B4-BE49-F238E27FC236}">
                <a16:creationId xmlns:a16="http://schemas.microsoft.com/office/drawing/2014/main" id="{09BADD3A-B105-40B9-9E9B-7A2AFDB0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81425" y="5038725"/>
            <a:ext cx="11430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63" name="line-0482">
            <a:extLst xmlns:a="http://schemas.openxmlformats.org/drawingml/2006/main">
              <a:ext uri="{FF2B5EF4-FFF2-40B4-BE49-F238E27FC236}">
                <a16:creationId xmlns:a16="http://schemas.microsoft.com/office/drawing/2014/main" id="{CB70203F-2A5A-4D0D-8E6E-08D3506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95725" y="503872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64" name="line-0483">
            <a:extLst xmlns:a="http://schemas.openxmlformats.org/drawingml/2006/main">
              <a:ext uri="{FF2B5EF4-FFF2-40B4-BE49-F238E27FC236}">
                <a16:creationId xmlns:a16="http://schemas.microsoft.com/office/drawing/2014/main" id="{FB3A6E48-6969-45E0-9D3C-1C0D873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10025" y="4901565"/>
            <a:ext cx="1143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65" name="line-0484">
            <a:extLst xmlns:a="http://schemas.openxmlformats.org/drawingml/2006/main">
              <a:ext uri="{FF2B5EF4-FFF2-40B4-BE49-F238E27FC236}">
                <a16:creationId xmlns:a16="http://schemas.microsoft.com/office/drawing/2014/main" id="{C05AC767-C797-46C3-9500-2B105CEA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4325" y="4901565"/>
            <a:ext cx="11430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66" name="line-0485">
            <a:extLst xmlns:a="http://schemas.openxmlformats.org/drawingml/2006/main">
              <a:ext uri="{FF2B5EF4-FFF2-40B4-BE49-F238E27FC236}">
                <a16:creationId xmlns:a16="http://schemas.microsoft.com/office/drawing/2014/main" id="{F752AAF6-DD60-41A0-9557-E76C3B88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38625" y="499300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67" name="line-0486">
            <a:extLst xmlns:a="http://schemas.openxmlformats.org/drawingml/2006/main">
              <a:ext uri="{FF2B5EF4-FFF2-40B4-BE49-F238E27FC236}">
                <a16:creationId xmlns:a16="http://schemas.microsoft.com/office/drawing/2014/main" id="{418489BD-C38D-448F-A8CB-D9D4685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52925" y="499300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68" name="line-0487">
            <a:extLst xmlns:a="http://schemas.openxmlformats.org/drawingml/2006/main">
              <a:ext uri="{FF2B5EF4-FFF2-40B4-BE49-F238E27FC236}">
                <a16:creationId xmlns:a16="http://schemas.microsoft.com/office/drawing/2014/main" id="{FF216CDA-C475-4181-A1B0-FA595E0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67225" y="4947285"/>
            <a:ext cx="114300" cy="160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69" name="line-0488">
            <a:extLst xmlns:a="http://schemas.openxmlformats.org/drawingml/2006/main">
              <a:ext uri="{FF2B5EF4-FFF2-40B4-BE49-F238E27FC236}">
                <a16:creationId xmlns:a16="http://schemas.microsoft.com/office/drawing/2014/main" id="{B26CF3C9-5357-4A82-8ED4-EC8F42DE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81525" y="494728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70" name="shape-0489">
            <a:extLst xmlns:a="http://schemas.openxmlformats.org/drawingml/2006/main">
              <a:ext uri="{FF2B5EF4-FFF2-40B4-BE49-F238E27FC236}">
                <a16:creationId xmlns:a16="http://schemas.microsoft.com/office/drawing/2014/main" id="{E1F0C58F-DE4C-45FB-9EC4-E59CA040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4086225"/>
            <a:ext cx="5524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171" name="shape-0490">
            <a:extLst xmlns:a="http://schemas.openxmlformats.org/drawingml/2006/main">
              <a:ext uri="{FF2B5EF4-FFF2-40B4-BE49-F238E27FC236}">
                <a16:creationId xmlns:a16="http://schemas.microsoft.com/office/drawing/2014/main" id="{F758B83E-1525-4522-A209-618EEC1D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475" y="4178300"/>
            <a:ext cx="368300" cy="368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172" name="shape-0491">
            <a:extLst xmlns:a="http://schemas.openxmlformats.org/drawingml/2006/main">
              <a:ext uri="{FF2B5EF4-FFF2-40B4-BE49-F238E27FC236}">
                <a16:creationId xmlns:a16="http://schemas.microsoft.com/office/drawing/2014/main" id="{55A1A296-1030-4078-9254-7BFCBBBD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9550" y="4270375"/>
            <a:ext cx="184150" cy="184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173" name="shape-0492">
            <a:extLst xmlns:a="http://schemas.openxmlformats.org/drawingml/2006/main">
              <a:ext uri="{FF2B5EF4-FFF2-40B4-BE49-F238E27FC236}">
                <a16:creationId xmlns:a16="http://schemas.microsoft.com/office/drawing/2014/main" id="{9C95E07A-F512-4185-8FE8-79816672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475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A3A"/>
          </a:solidFill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74" name="text-0493">
            <a:extLst xmlns:a="http://schemas.openxmlformats.org/drawingml/2006/main">
              <a:ext uri="{FF2B5EF4-FFF2-40B4-BE49-F238E27FC236}">
                <a16:creationId xmlns:a16="http://schemas.microsoft.com/office/drawing/2014/main" id="{FEDB9597-D635-4E3E-BD20-B3CEC779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71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32 年样条</a:t>
            </a:r>
          </a:p>
        </p:txBody>
      </p:sp>
      <p:sp>
        <p:nvSpPr>
          <p:cNvPr id="175" name="shape-0494">
            <a:extLst xmlns:a="http://schemas.openxmlformats.org/drawingml/2006/main">
              <a:ext uri="{FF2B5EF4-FFF2-40B4-BE49-F238E27FC236}">
                <a16:creationId xmlns:a16="http://schemas.microsoft.com/office/drawing/2014/main" id="{FF271615-D8D6-4D05-B83B-1D468031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2767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4763">
            <a:solidFill>
              <a:srgbClr val="6E7770"/>
            </a:solidFill>
            <a:prstDash val="solid"/>
          </a:ln>
        </p:spPr>
      </p:sp>
      <p:sp>
        <p:nvSpPr>
          <p:cNvPr id="176" name="line-0495">
            <a:extLst xmlns:a="http://schemas.openxmlformats.org/drawingml/2006/main">
              <a:ext uri="{FF2B5EF4-FFF2-40B4-BE49-F238E27FC236}">
                <a16:creationId xmlns:a16="http://schemas.microsoft.com/office/drawing/2014/main" id="{9D6117BD-A015-416E-B75F-55D31C92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4425" y="5267325"/>
            <a:ext cx="914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77" name="line-0496">
            <a:extLst xmlns:a="http://schemas.openxmlformats.org/drawingml/2006/main">
              <a:ext uri="{FF2B5EF4-FFF2-40B4-BE49-F238E27FC236}">
                <a16:creationId xmlns:a16="http://schemas.microsoft.com/office/drawing/2014/main" id="{3B0497CF-B7B9-49B8-B8F2-B285A592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4425" y="4810125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78" name="line-0497">
            <a:extLst xmlns:a="http://schemas.openxmlformats.org/drawingml/2006/main">
              <a:ext uri="{FF2B5EF4-FFF2-40B4-BE49-F238E27FC236}">
                <a16:creationId xmlns:a16="http://schemas.microsoft.com/office/drawing/2014/main" id="{F6A0C1AE-BF2B-4B80-A74E-A32D7DC3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24425" y="5038725"/>
            <a:ext cx="11430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79" name="line-0498">
            <a:extLst xmlns:a="http://schemas.openxmlformats.org/drawingml/2006/main">
              <a:ext uri="{FF2B5EF4-FFF2-40B4-BE49-F238E27FC236}">
                <a16:creationId xmlns:a16="http://schemas.microsoft.com/office/drawing/2014/main" id="{4E5B1CB3-2926-451E-ABA7-6234629A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38725" y="503872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80" name="line-0499">
            <a:extLst xmlns:a="http://schemas.openxmlformats.org/drawingml/2006/main">
              <a:ext uri="{FF2B5EF4-FFF2-40B4-BE49-F238E27FC236}">
                <a16:creationId xmlns:a16="http://schemas.microsoft.com/office/drawing/2014/main" id="{7026B6E9-A506-4BE2-85A9-3EC90D5E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53025" y="4901565"/>
            <a:ext cx="1143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81" name="line-0500">
            <a:extLst xmlns:a="http://schemas.openxmlformats.org/drawingml/2006/main">
              <a:ext uri="{FF2B5EF4-FFF2-40B4-BE49-F238E27FC236}">
                <a16:creationId xmlns:a16="http://schemas.microsoft.com/office/drawing/2014/main" id="{B581DCF9-F41D-47A6-AB51-D442B42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67325" y="4901565"/>
            <a:ext cx="11430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82" name="line-0501">
            <a:extLst xmlns:a="http://schemas.openxmlformats.org/drawingml/2006/main">
              <a:ext uri="{FF2B5EF4-FFF2-40B4-BE49-F238E27FC236}">
                <a16:creationId xmlns:a16="http://schemas.microsoft.com/office/drawing/2014/main" id="{8AB5ADE9-19AE-4D66-8BDE-DD5BF8E3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99300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83" name="line-0502">
            <a:extLst xmlns:a="http://schemas.openxmlformats.org/drawingml/2006/main">
              <a:ext uri="{FF2B5EF4-FFF2-40B4-BE49-F238E27FC236}">
                <a16:creationId xmlns:a16="http://schemas.microsoft.com/office/drawing/2014/main" id="{073D9D09-ACA1-4B1A-96A9-E7AF4638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95925" y="499300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84" name="line-0503">
            <a:extLst xmlns:a="http://schemas.openxmlformats.org/drawingml/2006/main">
              <a:ext uri="{FF2B5EF4-FFF2-40B4-BE49-F238E27FC236}">
                <a16:creationId xmlns:a16="http://schemas.microsoft.com/office/drawing/2014/main" id="{F271CB66-08DC-470E-A496-D71E84D3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10225" y="4947285"/>
            <a:ext cx="114300" cy="160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85" name="line-0504">
            <a:extLst xmlns:a="http://schemas.openxmlformats.org/drawingml/2006/main">
              <a:ext uri="{FF2B5EF4-FFF2-40B4-BE49-F238E27FC236}">
                <a16:creationId xmlns:a16="http://schemas.microsoft.com/office/drawing/2014/main" id="{67DBF8AA-4BFE-42A2-9A53-41A15994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24525" y="494728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86" name="shape-0505">
            <a:extLst xmlns:a="http://schemas.openxmlformats.org/drawingml/2006/main">
              <a:ext uri="{FF2B5EF4-FFF2-40B4-BE49-F238E27FC236}">
                <a16:creationId xmlns:a16="http://schemas.microsoft.com/office/drawing/2014/main" id="{D1A3FFDD-274C-4EAB-8B01-B8C32B25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86225"/>
            <a:ext cx="5524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187" name="shape-0506">
            <a:extLst xmlns:a="http://schemas.openxmlformats.org/drawingml/2006/main">
              <a:ext uri="{FF2B5EF4-FFF2-40B4-BE49-F238E27FC236}">
                <a16:creationId xmlns:a16="http://schemas.microsoft.com/office/drawing/2014/main" id="{7C253C6B-ED47-46C5-AE46-6F034DCE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0475" y="4178300"/>
            <a:ext cx="368300" cy="368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188" name="shape-0507">
            <a:extLst xmlns:a="http://schemas.openxmlformats.org/drawingml/2006/main">
              <a:ext uri="{FF2B5EF4-FFF2-40B4-BE49-F238E27FC236}">
                <a16:creationId xmlns:a16="http://schemas.microsoft.com/office/drawing/2014/main" id="{15AD3C68-A796-4DB7-8826-5745738D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2550" y="4270375"/>
            <a:ext cx="184150" cy="184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67A3A"/>
            </a:solidFill>
            <a:prstDash val="solid"/>
          </a:ln>
        </p:spPr>
      </p:sp>
      <p:sp>
        <p:nvSpPr>
          <p:cNvPr id="189" name="shape-0508">
            <a:extLst xmlns:a="http://schemas.openxmlformats.org/drawingml/2006/main">
              <a:ext uri="{FF2B5EF4-FFF2-40B4-BE49-F238E27FC236}">
                <a16:creationId xmlns:a16="http://schemas.microsoft.com/office/drawing/2014/main" id="{A3E30B06-6B3F-434E-AC96-419779E3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475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A3A"/>
          </a:solidFill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90" name="text-0509">
            <a:extLst xmlns:a="http://schemas.openxmlformats.org/drawingml/2006/main">
              <a:ext uri="{FF2B5EF4-FFF2-40B4-BE49-F238E27FC236}">
                <a16:creationId xmlns:a16="http://schemas.microsoft.com/office/drawing/2014/main" id="{82EA67AA-6B66-468B-BAF8-3AE217A6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71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无量纲指数</a:t>
            </a:r>
          </a:p>
        </p:txBody>
      </p:sp>
      <p:sp>
        <p:nvSpPr>
          <p:cNvPr id="191" name="shape-0510">
            <a:extLst xmlns:a="http://schemas.openxmlformats.org/drawingml/2006/main">
              <a:ext uri="{FF2B5EF4-FFF2-40B4-BE49-F238E27FC236}">
                <a16:creationId xmlns:a16="http://schemas.microsoft.com/office/drawing/2014/main" id="{F236A192-419E-4056-94B9-8CCB553C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42767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4763">
            <a:solidFill>
              <a:srgbClr val="6E7770"/>
            </a:solidFill>
            <a:prstDash val="solid"/>
          </a:ln>
        </p:spPr>
      </p:sp>
      <p:sp>
        <p:nvSpPr>
          <p:cNvPr id="192" name="line-0511">
            <a:extLst xmlns:a="http://schemas.openxmlformats.org/drawingml/2006/main">
              <a:ext uri="{FF2B5EF4-FFF2-40B4-BE49-F238E27FC236}">
                <a16:creationId xmlns:a16="http://schemas.microsoft.com/office/drawing/2014/main" id="{67F10183-81F2-48E8-B014-CA057C9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67425" y="5267325"/>
            <a:ext cx="914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93" name="line-0512">
            <a:extLst xmlns:a="http://schemas.openxmlformats.org/drawingml/2006/main">
              <a:ext uri="{FF2B5EF4-FFF2-40B4-BE49-F238E27FC236}">
                <a16:creationId xmlns:a16="http://schemas.microsoft.com/office/drawing/2014/main" id="{CE83E52F-7FBE-4C11-ABE3-0E85330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67425" y="4810125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94" name="line-0513">
            <a:extLst xmlns:a="http://schemas.openxmlformats.org/drawingml/2006/main">
              <a:ext uri="{FF2B5EF4-FFF2-40B4-BE49-F238E27FC236}">
                <a16:creationId xmlns:a16="http://schemas.microsoft.com/office/drawing/2014/main" id="{32253DE8-9AFB-4485-B1C2-DDE29073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67425" y="5038725"/>
            <a:ext cx="11430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95" name="line-0514">
            <a:extLst xmlns:a="http://schemas.openxmlformats.org/drawingml/2006/main">
              <a:ext uri="{FF2B5EF4-FFF2-40B4-BE49-F238E27FC236}">
                <a16:creationId xmlns:a16="http://schemas.microsoft.com/office/drawing/2014/main" id="{4A0CD325-DCE7-42DE-86BC-AB5F5681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81725" y="503872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96" name="line-0515">
            <a:extLst xmlns:a="http://schemas.openxmlformats.org/drawingml/2006/main">
              <a:ext uri="{FF2B5EF4-FFF2-40B4-BE49-F238E27FC236}">
                <a16:creationId xmlns:a16="http://schemas.microsoft.com/office/drawing/2014/main" id="{2E08C4BE-CD21-4216-98D6-9BDB87A8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96025" y="4901565"/>
            <a:ext cx="1143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97" name="line-0516">
            <a:extLst xmlns:a="http://schemas.openxmlformats.org/drawingml/2006/main">
              <a:ext uri="{FF2B5EF4-FFF2-40B4-BE49-F238E27FC236}">
                <a16:creationId xmlns:a16="http://schemas.microsoft.com/office/drawing/2014/main" id="{348741DC-47C9-45C0-99D6-182092AA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10325" y="4901565"/>
            <a:ext cx="11430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98" name="line-0517">
            <a:extLst xmlns:a="http://schemas.openxmlformats.org/drawingml/2006/main">
              <a:ext uri="{FF2B5EF4-FFF2-40B4-BE49-F238E27FC236}">
                <a16:creationId xmlns:a16="http://schemas.microsoft.com/office/drawing/2014/main" id="{75752065-E67C-4ACD-BC9E-83916E8F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524625" y="499300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199" name="line-0518">
            <a:extLst xmlns:a="http://schemas.openxmlformats.org/drawingml/2006/main">
              <a:ext uri="{FF2B5EF4-FFF2-40B4-BE49-F238E27FC236}">
                <a16:creationId xmlns:a16="http://schemas.microsoft.com/office/drawing/2014/main" id="{80D31353-1115-44FB-88DA-365665ED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99300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200" name="line-0519">
            <a:extLst xmlns:a="http://schemas.openxmlformats.org/drawingml/2006/main">
              <a:ext uri="{FF2B5EF4-FFF2-40B4-BE49-F238E27FC236}">
                <a16:creationId xmlns:a16="http://schemas.microsoft.com/office/drawing/2014/main" id="{DD4F5BEB-542E-4028-BB83-05B5CC9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53225" y="4947285"/>
            <a:ext cx="114300" cy="160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201" name="line-0520">
            <a:extLst xmlns:a="http://schemas.openxmlformats.org/drawingml/2006/main">
              <a:ext uri="{FF2B5EF4-FFF2-40B4-BE49-F238E27FC236}">
                <a16:creationId xmlns:a16="http://schemas.microsoft.com/office/drawing/2014/main" id="{A2F2A8F0-87EB-4CE3-A689-F6688696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67525" y="494728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7A3A"/>
            </a:solidFill>
            <a:prstDash val="solid"/>
          </a:ln>
        </p:spPr>
      </p:sp>
      <p:sp>
        <p:nvSpPr>
          <p:cNvPr id="202" name="shape-0521">
            <a:extLst xmlns:a="http://schemas.openxmlformats.org/drawingml/2006/main">
              <a:ext uri="{FF2B5EF4-FFF2-40B4-BE49-F238E27FC236}">
                <a16:creationId xmlns:a16="http://schemas.microsoft.com/office/drawing/2014/main" id="{7AE9C108-D221-436A-9AA0-75DBDCF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086225"/>
            <a:ext cx="5524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203" name="shape-0522">
            <a:extLst xmlns:a="http://schemas.openxmlformats.org/drawingml/2006/main">
              <a:ext uri="{FF2B5EF4-FFF2-40B4-BE49-F238E27FC236}">
                <a16:creationId xmlns:a16="http://schemas.microsoft.com/office/drawing/2014/main" id="{D10471AC-090B-40B2-BFC3-3CFA808E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3475" y="4178300"/>
            <a:ext cx="368300" cy="368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204" name="shape-0523">
            <a:extLst xmlns:a="http://schemas.openxmlformats.org/drawingml/2006/main">
              <a:ext uri="{FF2B5EF4-FFF2-40B4-BE49-F238E27FC236}">
                <a16:creationId xmlns:a16="http://schemas.microsoft.com/office/drawing/2014/main" id="{B4E2129C-DE93-4223-8A31-19A2675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5550" y="4270375"/>
            <a:ext cx="184150" cy="184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205" name="shape-0524">
            <a:extLst xmlns:a="http://schemas.openxmlformats.org/drawingml/2006/main">
              <a:ext uri="{FF2B5EF4-FFF2-40B4-BE49-F238E27FC236}">
                <a16:creationId xmlns:a16="http://schemas.microsoft.com/office/drawing/2014/main" id="{25EAAEFD-2AB8-48D5-8AF1-AF70327E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206" name="text-0525">
            <a:extLst xmlns:a="http://schemas.openxmlformats.org/drawingml/2006/main">
              <a:ext uri="{FF2B5EF4-FFF2-40B4-BE49-F238E27FC236}">
                <a16:creationId xmlns:a16="http://schemas.microsoft.com/office/drawing/2014/main" id="{24C2AEC8-0B14-48C6-BA7B-99F43D5E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71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AR(p) 预白化</a:t>
            </a:r>
          </a:p>
        </p:txBody>
      </p:sp>
      <p:sp>
        <p:nvSpPr>
          <p:cNvPr id="207" name="shape-0526">
            <a:extLst xmlns:a="http://schemas.openxmlformats.org/drawingml/2006/main">
              <a:ext uri="{FF2B5EF4-FFF2-40B4-BE49-F238E27FC236}">
                <a16:creationId xmlns:a16="http://schemas.microsoft.com/office/drawing/2014/main" id="{C79182D9-D0F1-4548-988E-4BD92E02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2767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4763">
            <a:solidFill>
              <a:srgbClr val="6E7770"/>
            </a:solidFill>
            <a:prstDash val="solid"/>
          </a:ln>
        </p:spPr>
      </p:sp>
      <p:sp>
        <p:nvSpPr>
          <p:cNvPr id="208" name="line-0527">
            <a:extLst xmlns:a="http://schemas.openxmlformats.org/drawingml/2006/main">
              <a:ext uri="{FF2B5EF4-FFF2-40B4-BE49-F238E27FC236}">
                <a16:creationId xmlns:a16="http://schemas.microsoft.com/office/drawing/2014/main" id="{D289E03C-D959-4697-878E-09E86FA8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0425" y="5267325"/>
            <a:ext cx="914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09" name="line-0528">
            <a:extLst xmlns:a="http://schemas.openxmlformats.org/drawingml/2006/main">
              <a:ext uri="{FF2B5EF4-FFF2-40B4-BE49-F238E27FC236}">
                <a16:creationId xmlns:a16="http://schemas.microsoft.com/office/drawing/2014/main" id="{E5C6E853-52F2-4B55-B3F4-CAEC10C0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0425" y="4810125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10" name="line-0529">
            <a:extLst xmlns:a="http://schemas.openxmlformats.org/drawingml/2006/main">
              <a:ext uri="{FF2B5EF4-FFF2-40B4-BE49-F238E27FC236}">
                <a16:creationId xmlns:a16="http://schemas.microsoft.com/office/drawing/2014/main" id="{1C8BE9B3-B10F-4B77-8086-9EDC8DC1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10425" y="5038725"/>
            <a:ext cx="11430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211" name="line-0530">
            <a:extLst xmlns:a="http://schemas.openxmlformats.org/drawingml/2006/main">
              <a:ext uri="{FF2B5EF4-FFF2-40B4-BE49-F238E27FC236}">
                <a16:creationId xmlns:a16="http://schemas.microsoft.com/office/drawing/2014/main" id="{DC948637-39C4-4217-86F0-FD1A6479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24725" y="503872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212" name="line-0531">
            <a:extLst xmlns:a="http://schemas.openxmlformats.org/drawingml/2006/main">
              <a:ext uri="{FF2B5EF4-FFF2-40B4-BE49-F238E27FC236}">
                <a16:creationId xmlns:a16="http://schemas.microsoft.com/office/drawing/2014/main" id="{3223D974-B55B-4018-A945-71ACF05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39025" y="4901565"/>
            <a:ext cx="1143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213" name="line-0532">
            <a:extLst xmlns:a="http://schemas.openxmlformats.org/drawingml/2006/main">
              <a:ext uri="{FF2B5EF4-FFF2-40B4-BE49-F238E27FC236}">
                <a16:creationId xmlns:a16="http://schemas.microsoft.com/office/drawing/2014/main" id="{8A4A8259-D02E-41A6-BA17-DABF3B6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53325" y="4901565"/>
            <a:ext cx="11430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214" name="line-0533">
            <a:extLst xmlns:a="http://schemas.openxmlformats.org/drawingml/2006/main">
              <a:ext uri="{FF2B5EF4-FFF2-40B4-BE49-F238E27FC236}">
                <a16:creationId xmlns:a16="http://schemas.microsoft.com/office/drawing/2014/main" id="{5867DB3A-A49D-428C-AEB4-7A6DCBE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67625" y="499300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215" name="line-0534">
            <a:extLst xmlns:a="http://schemas.openxmlformats.org/drawingml/2006/main">
              <a:ext uri="{FF2B5EF4-FFF2-40B4-BE49-F238E27FC236}">
                <a16:creationId xmlns:a16="http://schemas.microsoft.com/office/drawing/2014/main" id="{175DAFD4-7B48-44CC-9AF8-F204F0D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81925" y="499300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216" name="line-0535">
            <a:extLst xmlns:a="http://schemas.openxmlformats.org/drawingml/2006/main">
              <a:ext uri="{FF2B5EF4-FFF2-40B4-BE49-F238E27FC236}">
                <a16:creationId xmlns:a16="http://schemas.microsoft.com/office/drawing/2014/main" id="{90AD97FC-EE34-418E-A7FD-7BBCE591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96225" y="4947285"/>
            <a:ext cx="114300" cy="160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217" name="line-0536">
            <a:extLst xmlns:a="http://schemas.openxmlformats.org/drawingml/2006/main">
              <a:ext uri="{FF2B5EF4-FFF2-40B4-BE49-F238E27FC236}">
                <a16:creationId xmlns:a16="http://schemas.microsoft.com/office/drawing/2014/main" id="{E17D475E-3536-4328-8E24-8B3C3FFB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494728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218" name="shape-0537">
            <a:extLst xmlns:a="http://schemas.openxmlformats.org/drawingml/2006/main">
              <a:ext uri="{FF2B5EF4-FFF2-40B4-BE49-F238E27FC236}">
                <a16:creationId xmlns:a16="http://schemas.microsoft.com/office/drawing/2014/main" id="{5690BDC6-ED10-483F-A9B3-374C26E5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4086225"/>
            <a:ext cx="5524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219" name="shape-0538">
            <a:extLst xmlns:a="http://schemas.openxmlformats.org/drawingml/2006/main">
              <a:ext uri="{FF2B5EF4-FFF2-40B4-BE49-F238E27FC236}">
                <a16:creationId xmlns:a16="http://schemas.microsoft.com/office/drawing/2014/main" id="{BBB2E3B9-E6F9-4B1D-85E1-F955FECD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6475" y="4178300"/>
            <a:ext cx="368300" cy="368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220" name="shape-0539">
            <a:extLst xmlns:a="http://schemas.openxmlformats.org/drawingml/2006/main">
              <a:ext uri="{FF2B5EF4-FFF2-40B4-BE49-F238E27FC236}">
                <a16:creationId xmlns:a16="http://schemas.microsoft.com/office/drawing/2014/main" id="{EF22F016-4A2F-4EA0-BE6F-04209300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8550" y="4270375"/>
            <a:ext cx="184150" cy="184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221" name="shape-0540">
            <a:extLst xmlns:a="http://schemas.openxmlformats.org/drawingml/2006/main">
              <a:ext uri="{FF2B5EF4-FFF2-40B4-BE49-F238E27FC236}">
                <a16:creationId xmlns:a16="http://schemas.microsoft.com/office/drawing/2014/main" id="{7FAC59AC-A743-4A72-9BFB-2793F1BE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22" name="text-0541">
            <a:extLst xmlns:a="http://schemas.openxmlformats.org/drawingml/2006/main">
              <a:ext uri="{FF2B5EF4-FFF2-40B4-BE49-F238E27FC236}">
                <a16:creationId xmlns:a16="http://schemas.microsoft.com/office/drawing/2014/main" id="{A9D26AFF-59FC-4A2F-9B85-BB0DAC2C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71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逐年平均</a:t>
            </a:r>
          </a:p>
        </p:txBody>
      </p:sp>
      <p:sp>
        <p:nvSpPr>
          <p:cNvPr id="223" name="shape-0542">
            <a:extLst xmlns:a="http://schemas.openxmlformats.org/drawingml/2006/main">
              <a:ext uri="{FF2B5EF4-FFF2-40B4-BE49-F238E27FC236}">
                <a16:creationId xmlns:a16="http://schemas.microsoft.com/office/drawing/2014/main" id="{F1A08C26-2ADC-431E-B711-EDBE219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4276725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4763">
            <a:solidFill>
              <a:srgbClr val="6E7770"/>
            </a:solidFill>
            <a:prstDash val="solid"/>
          </a:ln>
        </p:spPr>
      </p:sp>
      <p:sp>
        <p:nvSpPr>
          <p:cNvPr id="224" name="line-0543">
            <a:extLst xmlns:a="http://schemas.openxmlformats.org/drawingml/2006/main">
              <a:ext uri="{FF2B5EF4-FFF2-40B4-BE49-F238E27FC236}">
                <a16:creationId xmlns:a16="http://schemas.microsoft.com/office/drawing/2014/main" id="{DBFBAFB7-FECE-431A-8835-3421FF00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53425" y="5267325"/>
            <a:ext cx="914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25" name="line-0544">
            <a:extLst xmlns:a="http://schemas.openxmlformats.org/drawingml/2006/main">
              <a:ext uri="{FF2B5EF4-FFF2-40B4-BE49-F238E27FC236}">
                <a16:creationId xmlns:a16="http://schemas.microsoft.com/office/drawing/2014/main" id="{97B35FEE-6617-4FBB-8FFC-2C512CC3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53425" y="4810125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26" name="line-0545">
            <a:extLst xmlns:a="http://schemas.openxmlformats.org/drawingml/2006/main">
              <a:ext uri="{FF2B5EF4-FFF2-40B4-BE49-F238E27FC236}">
                <a16:creationId xmlns:a16="http://schemas.microsoft.com/office/drawing/2014/main" id="{3872391C-B631-4531-B5B4-8246DCD4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353425" y="5038725"/>
            <a:ext cx="114300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227" name="line-0546">
            <a:extLst xmlns:a="http://schemas.openxmlformats.org/drawingml/2006/main">
              <a:ext uri="{FF2B5EF4-FFF2-40B4-BE49-F238E27FC236}">
                <a16:creationId xmlns:a16="http://schemas.microsoft.com/office/drawing/2014/main" id="{20D69167-4B4D-4D4C-8748-33B5EF69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67725" y="503872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228" name="line-0547">
            <a:extLst xmlns:a="http://schemas.openxmlformats.org/drawingml/2006/main">
              <a:ext uri="{FF2B5EF4-FFF2-40B4-BE49-F238E27FC236}">
                <a16:creationId xmlns:a16="http://schemas.microsoft.com/office/drawing/2014/main" id="{E8C4A196-E265-4E84-8E28-A011FC3A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582025" y="4901565"/>
            <a:ext cx="1143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229" name="line-0548">
            <a:extLst xmlns:a="http://schemas.openxmlformats.org/drawingml/2006/main">
              <a:ext uri="{FF2B5EF4-FFF2-40B4-BE49-F238E27FC236}">
                <a16:creationId xmlns:a16="http://schemas.microsoft.com/office/drawing/2014/main" id="{3785077F-C9AE-4F75-A5AF-7A8511F7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96325" y="4901565"/>
            <a:ext cx="11430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230" name="line-0549">
            <a:extLst xmlns:a="http://schemas.openxmlformats.org/drawingml/2006/main">
              <a:ext uri="{FF2B5EF4-FFF2-40B4-BE49-F238E27FC236}">
                <a16:creationId xmlns:a16="http://schemas.microsoft.com/office/drawing/2014/main" id="{F6CF99AE-13D5-4828-B2BB-C9C6DBD3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10625" y="4993005"/>
            <a:ext cx="114300" cy="91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231" name="line-0550">
            <a:extLst xmlns:a="http://schemas.openxmlformats.org/drawingml/2006/main">
              <a:ext uri="{FF2B5EF4-FFF2-40B4-BE49-F238E27FC236}">
                <a16:creationId xmlns:a16="http://schemas.microsoft.com/office/drawing/2014/main" id="{EBDAF39F-9E81-4ADD-8F61-0190FA9C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24925" y="499300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232" name="line-0551">
            <a:extLst xmlns:a="http://schemas.openxmlformats.org/drawingml/2006/main">
              <a:ext uri="{FF2B5EF4-FFF2-40B4-BE49-F238E27FC236}">
                <a16:creationId xmlns:a16="http://schemas.microsoft.com/office/drawing/2014/main" id="{2F44AD0D-5B53-4A7C-8553-FAFD76BB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039225" y="4947285"/>
            <a:ext cx="114300" cy="160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233" name="line-0552">
            <a:extLst xmlns:a="http://schemas.openxmlformats.org/drawingml/2006/main">
              <a:ext uri="{FF2B5EF4-FFF2-40B4-BE49-F238E27FC236}">
                <a16:creationId xmlns:a16="http://schemas.microsoft.com/office/drawing/2014/main" id="{768C6B95-30A0-428D-BC37-63AD0253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53525" y="494728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234" name="line-0553">
            <a:extLst xmlns:a="http://schemas.openxmlformats.org/drawingml/2006/main">
              <a:ext uri="{FF2B5EF4-FFF2-40B4-BE49-F238E27FC236}">
                <a16:creationId xmlns:a16="http://schemas.microsoft.com/office/drawing/2014/main" id="{07355552-93E0-46D8-B3C4-C5D97BF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48125" y="4362450"/>
            <a:ext cx="953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A3A"/>
            </a:solidFill>
            <a:prstDash val="dash"/>
          </a:ln>
        </p:spPr>
      </p:sp>
      <p:sp>
        <p:nvSpPr>
          <p:cNvPr id="235" name="line-0554">
            <a:extLst xmlns:a="http://schemas.openxmlformats.org/drawingml/2006/main">
              <a:ext uri="{FF2B5EF4-FFF2-40B4-BE49-F238E27FC236}">
                <a16:creationId xmlns:a16="http://schemas.microsoft.com/office/drawing/2014/main" id="{304B937D-DD95-43C5-8789-A063CFB7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267825" y="3619500"/>
            <a:ext cx="619125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6F06"/>
            </a:solidFill>
            <a:prstDash val="solid"/>
          </a:ln>
        </p:spPr>
      </p:sp>
      <p:sp>
        <p:nvSpPr>
          <p:cNvPr id="236" name="shape-0555">
            <a:extLst xmlns:a="http://schemas.openxmlformats.org/drawingml/2006/main">
              <a:ext uri="{FF2B5EF4-FFF2-40B4-BE49-F238E27FC236}">
                <a16:creationId xmlns:a16="http://schemas.microsoft.com/office/drawing/2014/main" id="{82E45A45-D69E-4962-91B1-D1C9735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938" y="2166938"/>
            <a:ext cx="2714625" cy="2714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37" name="shape-0556">
            <a:extLst xmlns:a="http://schemas.openxmlformats.org/drawingml/2006/main">
              <a:ext uri="{FF2B5EF4-FFF2-40B4-BE49-F238E27FC236}">
                <a16:creationId xmlns:a16="http://schemas.microsoft.com/office/drawing/2014/main" id="{38CA87A1-6B39-4279-9F8E-6EC3E81A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25" y="2257425"/>
            <a:ext cx="2533650" cy="2533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38" name="shape-0557">
            <a:extLst xmlns:a="http://schemas.openxmlformats.org/drawingml/2006/main">
              <a:ext uri="{FF2B5EF4-FFF2-40B4-BE49-F238E27FC236}">
                <a16:creationId xmlns:a16="http://schemas.microsoft.com/office/drawing/2014/main" id="{71D6286C-3B13-4E33-AC37-0BEFD634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6913" y="2347913"/>
            <a:ext cx="2352675" cy="2352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39" name="shape-0558">
            <a:extLst xmlns:a="http://schemas.openxmlformats.org/drawingml/2006/main">
              <a:ext uri="{FF2B5EF4-FFF2-40B4-BE49-F238E27FC236}">
                <a16:creationId xmlns:a16="http://schemas.microsoft.com/office/drawing/2014/main" id="{F2F78DBD-A76C-4CC5-AF57-E33DFC34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400" y="2438400"/>
            <a:ext cx="2171700" cy="2171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240" name="shape-0559">
            <a:extLst xmlns:a="http://schemas.openxmlformats.org/drawingml/2006/main">
              <a:ext uri="{FF2B5EF4-FFF2-40B4-BE49-F238E27FC236}">
                <a16:creationId xmlns:a16="http://schemas.microsoft.com/office/drawing/2014/main" id="{F08CC8CF-B9C6-4743-A100-20F3424F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7888" y="2528888"/>
            <a:ext cx="1990725" cy="19907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41" name="shape-0560">
            <a:extLst xmlns:a="http://schemas.openxmlformats.org/drawingml/2006/main">
              <a:ext uri="{FF2B5EF4-FFF2-40B4-BE49-F238E27FC236}">
                <a16:creationId xmlns:a16="http://schemas.microsoft.com/office/drawing/2014/main" id="{319AA7AA-6535-485A-A4D1-111FF4AB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375" y="2619375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42" name="shape-0561">
            <a:extLst xmlns:a="http://schemas.openxmlformats.org/drawingml/2006/main">
              <a:ext uri="{FF2B5EF4-FFF2-40B4-BE49-F238E27FC236}">
                <a16:creationId xmlns:a16="http://schemas.microsoft.com/office/drawing/2014/main" id="{BD05F07C-BDC8-4307-8434-2F609C68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8863" y="2709863"/>
            <a:ext cx="1628775" cy="1628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43" name="shape-0562">
            <a:extLst xmlns:a="http://schemas.openxmlformats.org/drawingml/2006/main">
              <a:ext uri="{FF2B5EF4-FFF2-40B4-BE49-F238E27FC236}">
                <a16:creationId xmlns:a16="http://schemas.microsoft.com/office/drawing/2014/main" id="{2B430E17-4D27-45A0-8E7E-C8FAEBFB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2800350"/>
            <a:ext cx="1447800" cy="1447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244" name="shape-0563">
            <a:extLst xmlns:a="http://schemas.openxmlformats.org/drawingml/2006/main">
              <a:ext uri="{FF2B5EF4-FFF2-40B4-BE49-F238E27FC236}">
                <a16:creationId xmlns:a16="http://schemas.microsoft.com/office/drawing/2014/main" id="{3A412FE8-18CC-4570-91B5-DDD0BFF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9838" y="2890838"/>
            <a:ext cx="1266825" cy="12668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45" name="shape-0564">
            <a:extLst xmlns:a="http://schemas.openxmlformats.org/drawingml/2006/main">
              <a:ext uri="{FF2B5EF4-FFF2-40B4-BE49-F238E27FC236}">
                <a16:creationId xmlns:a16="http://schemas.microsoft.com/office/drawing/2014/main" id="{AE0DF9FB-B54C-47E5-9EEE-411E3B8C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0325" y="2981325"/>
            <a:ext cx="1085850" cy="1085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46" name="shape-0565">
            <a:extLst xmlns:a="http://schemas.openxmlformats.org/drawingml/2006/main">
              <a:ext uri="{FF2B5EF4-FFF2-40B4-BE49-F238E27FC236}">
                <a16:creationId xmlns:a16="http://schemas.microsoft.com/office/drawing/2014/main" id="{667D493D-5E59-486C-A5BA-31AA505E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0813" y="3071813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47" name="shape-0566">
            <a:extLst xmlns:a="http://schemas.openxmlformats.org/drawingml/2006/main">
              <a:ext uri="{FF2B5EF4-FFF2-40B4-BE49-F238E27FC236}">
                <a16:creationId xmlns:a16="http://schemas.microsoft.com/office/drawing/2014/main" id="{BA6B02AC-D637-490A-92EE-41723FC0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3162300"/>
            <a:ext cx="723900" cy="723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248" name="shape-0567">
            <a:extLst xmlns:a="http://schemas.openxmlformats.org/drawingml/2006/main">
              <a:ext uri="{FF2B5EF4-FFF2-40B4-BE49-F238E27FC236}">
                <a16:creationId xmlns:a16="http://schemas.microsoft.com/office/drawing/2014/main" id="{A503EE16-9176-429E-8EF7-4B5C26D1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1788" y="3252788"/>
            <a:ext cx="542925" cy="5429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49" name="shape-0568">
            <a:extLst xmlns:a="http://schemas.openxmlformats.org/drawingml/2006/main">
              <a:ext uri="{FF2B5EF4-FFF2-40B4-BE49-F238E27FC236}">
                <a16:creationId xmlns:a16="http://schemas.microsoft.com/office/drawing/2014/main" id="{2F1F5982-758E-47C8-9CB8-3184B827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2275" y="3343275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50" name="shape-0569">
            <a:extLst xmlns:a="http://schemas.openxmlformats.org/drawingml/2006/main">
              <a:ext uri="{FF2B5EF4-FFF2-40B4-BE49-F238E27FC236}">
                <a16:creationId xmlns:a16="http://schemas.microsoft.com/office/drawing/2014/main" id="{1E97503D-96FC-4E81-9D81-001E454E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2763" y="3433763"/>
            <a:ext cx="180975" cy="1809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AD6C9"/>
            </a:solidFill>
            <a:prstDash val="solid"/>
          </a:ln>
        </p:spPr>
      </p:sp>
      <p:sp>
        <p:nvSpPr>
          <p:cNvPr id="251" name="line-0570">
            <a:extLst xmlns:a="http://schemas.openxmlformats.org/drawingml/2006/main">
              <a:ext uri="{FF2B5EF4-FFF2-40B4-BE49-F238E27FC236}">
                <a16:creationId xmlns:a16="http://schemas.microsoft.com/office/drawing/2014/main" id="{ADF2031B-D9AB-48A3-9FFB-B1B4B62D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0" y="4000500"/>
            <a:ext cx="152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52" name="line-0571">
            <a:extLst xmlns:a="http://schemas.openxmlformats.org/drawingml/2006/main">
              <a:ext uri="{FF2B5EF4-FFF2-40B4-BE49-F238E27FC236}">
                <a16:creationId xmlns:a16="http://schemas.microsoft.com/office/drawing/2014/main" id="{362A3B57-C5E6-4D52-BE61-15B6711D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0" y="3333750"/>
            <a:ext cx="953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53" name="line-0572">
            <a:extLst xmlns:a="http://schemas.openxmlformats.org/drawingml/2006/main">
              <a:ext uri="{FF2B5EF4-FFF2-40B4-BE49-F238E27FC236}">
                <a16:creationId xmlns:a16="http://schemas.microsoft.com/office/drawing/2014/main" id="{70C874F1-4E1B-4D6F-9A2C-394A18A3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001250" y="3600450"/>
            <a:ext cx="138545" cy="166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54" name="line-0573">
            <a:extLst xmlns:a="http://schemas.openxmlformats.org/drawingml/2006/main">
              <a:ext uri="{FF2B5EF4-FFF2-40B4-BE49-F238E27FC236}">
                <a16:creationId xmlns:a16="http://schemas.microsoft.com/office/drawing/2014/main" id="{084A1619-877E-436F-87E2-9EADD95F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39795" y="3600450"/>
            <a:ext cx="138545" cy="233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55" name="line-0574">
            <a:extLst xmlns:a="http://schemas.openxmlformats.org/drawingml/2006/main">
              <a:ext uri="{FF2B5EF4-FFF2-40B4-BE49-F238E27FC236}">
                <a16:creationId xmlns:a16="http://schemas.microsoft.com/office/drawing/2014/main" id="{0A4501E4-5F2B-41F8-AA0A-E91E05CC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278341" y="3500438"/>
            <a:ext cx="13854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56" name="line-0575">
            <a:extLst xmlns:a="http://schemas.openxmlformats.org/drawingml/2006/main">
              <a:ext uri="{FF2B5EF4-FFF2-40B4-BE49-F238E27FC236}">
                <a16:creationId xmlns:a16="http://schemas.microsoft.com/office/drawing/2014/main" id="{636A5FFD-2BAD-4526-958E-CD862B54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16886" y="3500438"/>
            <a:ext cx="138545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57" name="line-0576">
            <a:extLst xmlns:a="http://schemas.openxmlformats.org/drawingml/2006/main">
              <a:ext uri="{FF2B5EF4-FFF2-40B4-BE49-F238E27FC236}">
                <a16:creationId xmlns:a16="http://schemas.microsoft.com/office/drawing/2014/main" id="{70D821AF-DF8E-434B-AE1B-BD91EB8B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555432" y="3633788"/>
            <a:ext cx="138545" cy="166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58" name="line-0577">
            <a:extLst xmlns:a="http://schemas.openxmlformats.org/drawingml/2006/main">
              <a:ext uri="{FF2B5EF4-FFF2-40B4-BE49-F238E27FC236}">
                <a16:creationId xmlns:a16="http://schemas.microsoft.com/office/drawing/2014/main" id="{4B3A6F9B-6CAA-45BC-8AC1-672D8445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93977" y="3633788"/>
            <a:ext cx="13854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59" name="line-0578">
            <a:extLst xmlns:a="http://schemas.openxmlformats.org/drawingml/2006/main">
              <a:ext uri="{FF2B5EF4-FFF2-40B4-BE49-F238E27FC236}">
                <a16:creationId xmlns:a16="http://schemas.microsoft.com/office/drawing/2014/main" id="{50064982-3015-4021-9BD8-EA8C6AEB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32523" y="3547110"/>
            <a:ext cx="138545" cy="3533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60" name="line-0579">
            <a:extLst xmlns:a="http://schemas.openxmlformats.org/drawingml/2006/main">
              <a:ext uri="{FF2B5EF4-FFF2-40B4-BE49-F238E27FC236}">
                <a16:creationId xmlns:a16="http://schemas.microsoft.com/office/drawing/2014/main" id="{5FA49691-ADB8-4C81-836B-F9F3B729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71068" y="3547110"/>
            <a:ext cx="138545" cy="186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61" name="line-0580">
            <a:extLst xmlns:a="http://schemas.openxmlformats.org/drawingml/2006/main">
              <a:ext uri="{FF2B5EF4-FFF2-40B4-BE49-F238E27FC236}">
                <a16:creationId xmlns:a16="http://schemas.microsoft.com/office/drawing/2014/main" id="{60B37592-9384-4B7E-A16E-8D7E1D44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09614" y="3480435"/>
            <a:ext cx="138545" cy="2533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62" name="line-0581">
            <a:extLst xmlns:a="http://schemas.openxmlformats.org/drawingml/2006/main">
              <a:ext uri="{FF2B5EF4-FFF2-40B4-BE49-F238E27FC236}">
                <a16:creationId xmlns:a16="http://schemas.microsoft.com/office/drawing/2014/main" id="{51FC8AFA-9695-46F5-BF45-3AA1063D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48159" y="3480435"/>
            <a:ext cx="138545" cy="3067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63" name="line-0582">
            <a:extLst xmlns:a="http://schemas.openxmlformats.org/drawingml/2006/main">
              <a:ext uri="{FF2B5EF4-FFF2-40B4-BE49-F238E27FC236}">
                <a16:creationId xmlns:a16="http://schemas.microsoft.com/office/drawing/2014/main" id="{0DC4B1A9-D1F0-4906-B811-37F4432B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386705" y="3587115"/>
            <a:ext cx="13854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64" name="shape-0583">
            <a:extLst xmlns:a="http://schemas.openxmlformats.org/drawingml/2006/main">
              <a:ext uri="{FF2B5EF4-FFF2-40B4-BE49-F238E27FC236}">
                <a16:creationId xmlns:a16="http://schemas.microsoft.com/office/drawing/2014/main" id="{B6BC07B0-52FE-409B-B3ED-40A8A136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057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65" name="line-0584">
            <a:extLst xmlns:a="http://schemas.openxmlformats.org/drawingml/2006/main">
              <a:ext uri="{FF2B5EF4-FFF2-40B4-BE49-F238E27FC236}">
                <a16:creationId xmlns:a16="http://schemas.microsoft.com/office/drawing/2014/main" id="{10E71AD1-0A18-4D4B-A329-7E3F7268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86950" y="2114550"/>
            <a:ext cx="953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266" name="shape-0585">
            <a:extLst xmlns:a="http://schemas.openxmlformats.org/drawingml/2006/main">
              <a:ext uri="{FF2B5EF4-FFF2-40B4-BE49-F238E27FC236}">
                <a16:creationId xmlns:a16="http://schemas.microsoft.com/office/drawing/2014/main" id="{5C5AEFCB-CC20-4A43-B7A8-C94A7467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A3A"/>
          </a:solidFill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267" name="text-0586">
            <a:extLst xmlns:a="http://schemas.openxmlformats.org/drawingml/2006/main">
              <a:ext uri="{FF2B5EF4-FFF2-40B4-BE49-F238E27FC236}">
                <a16:creationId xmlns:a16="http://schemas.microsoft.com/office/drawing/2014/main" id="{679AC1A7-5C03-474E-93A2-B264F023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811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目标芯 ↔ 动态参考年表</a:t>
            </a:r>
          </a:p>
        </p:txBody>
      </p:sp>
      <p:sp>
        <p:nvSpPr>
          <p:cNvPr id="268" name="text-0587">
            <a:extLst xmlns:a="http://schemas.openxmlformats.org/drawingml/2006/main">
              <a:ext uri="{FF2B5EF4-FFF2-40B4-BE49-F238E27FC236}">
                <a16:creationId xmlns:a16="http://schemas.microsoft.com/office/drawing/2014/main" id="{06FAE9C6-5440-46AB-B951-D802A8BD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954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公共年际变化</a:t>
            </a:r>
          </a:p>
        </p:txBody>
      </p:sp>
      <p:sp>
        <p:nvSpPr>
          <p:cNvPr id="269" name="text-0588">
            <a:extLst xmlns:a="http://schemas.openxmlformats.org/drawingml/2006/main">
              <a:ext uri="{FF2B5EF4-FFF2-40B4-BE49-F238E27FC236}">
                <a16:creationId xmlns:a16="http://schemas.microsoft.com/office/drawing/2014/main" id="{BA6D8D8D-19E1-4320-BA3F-9DE85D3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00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mean = 0，SD = 1</a:t>
            </a:r>
          </a:p>
        </p:txBody>
      </p:sp>
    </p:spTree>
    <p:extLst>
      <p:ext uri="{BB962C8B-B14F-4D97-AF65-F5344CB8AC3E}">
        <p14:creationId xmlns:p14="http://schemas.microsoft.com/office/powerpoint/2010/main" val="1089676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02800f7f14df9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61937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shape-0589">
            <a:extLst xmlns:a="http://schemas.openxmlformats.org/drawingml/2006/main">
              <a:ext uri="{FF2B5EF4-FFF2-40B4-BE49-F238E27FC236}">
                <a16:creationId xmlns:a16="http://schemas.microsoft.com/office/drawing/2014/main" id="{832FE665-65A3-448B-9C3C-810273C3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91250"/>
            <a:ext cx="409575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E7DE"/>
          </a:solidFill>
          <a:ln xmlns:a="http://schemas.openxmlformats.org/drawingml/2006/main" w="1905">
            <a:solidFill>
              <a:srgbClr val="E5E7DE"/>
            </a:solidFill>
            <a:prstDash val="solid"/>
          </a:ln>
        </p:spPr>
      </p:sp>
      <p:sp>
        <p:nvSpPr>
          <p:cNvPr id="3" name="shape-0590">
            <a:extLst xmlns:a="http://schemas.openxmlformats.org/drawingml/2006/main">
              <a:ext uri="{FF2B5EF4-FFF2-40B4-BE49-F238E27FC236}">
                <a16:creationId xmlns:a16="http://schemas.microsoft.com/office/drawing/2014/main" id="{73D14F79-3324-4576-A50F-F019B234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143625"/>
            <a:ext cx="5810250" cy="714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CE9E0"/>
          </a:solidFill>
          <a:ln xmlns:a="http://schemas.openxmlformats.org/drawingml/2006/main" w="1905">
            <a:solidFill>
              <a:srgbClr val="ECE9E0"/>
            </a:solidFill>
            <a:prstDash val="solid"/>
          </a:ln>
        </p:spPr>
      </p:sp>
      <p:sp>
        <p:nvSpPr>
          <p:cNvPr id="4" name="shape-0591">
            <a:extLst xmlns:a="http://schemas.openxmlformats.org/drawingml/2006/main">
              <a:ext uri="{FF2B5EF4-FFF2-40B4-BE49-F238E27FC236}">
                <a16:creationId xmlns:a16="http://schemas.microsoft.com/office/drawing/2014/main" id="{90FB047D-2032-48BC-841A-CDD685BE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191250"/>
            <a:ext cx="457200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E4DA"/>
          </a:solidFill>
          <a:ln xmlns:a="http://schemas.openxmlformats.org/drawingml/2006/main" w="1905">
            <a:solidFill>
              <a:srgbClr val="E1E4DA"/>
            </a:solidFill>
            <a:prstDash val="solid"/>
          </a:ln>
        </p:spPr>
      </p:sp>
      <p:sp>
        <p:nvSpPr>
          <p:cNvPr id="5" name="line-0592">
            <a:extLst xmlns:a="http://schemas.openxmlformats.org/drawingml/2006/main">
              <a:ext uri="{FF2B5EF4-FFF2-40B4-BE49-F238E27FC236}">
                <a16:creationId xmlns:a16="http://schemas.microsoft.com/office/drawing/2014/main" id="{8E0EFCF0-458D-49AB-AF42-3F648F7E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6667500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" name="shape-0593">
            <a:extLst xmlns:a="http://schemas.openxmlformats.org/drawingml/2006/main">
              <a:ext uri="{FF2B5EF4-FFF2-40B4-BE49-F238E27FC236}">
                <a16:creationId xmlns:a16="http://schemas.microsoft.com/office/drawing/2014/main" id="{8533E57A-AB2D-4D54-9CC6-09D1DFCE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" y="6646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" name="line-0594">
            <a:extLst xmlns:a="http://schemas.openxmlformats.org/drawingml/2006/main">
              <a:ext uri="{FF2B5EF4-FFF2-40B4-BE49-F238E27FC236}">
                <a16:creationId xmlns:a16="http://schemas.microsoft.com/office/drawing/2014/main" id="{328A68B7-9B94-4694-B4E8-BE98C479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5055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8" name="shape-0595">
            <a:extLst xmlns:a="http://schemas.openxmlformats.org/drawingml/2006/main">
              <a:ext uri="{FF2B5EF4-FFF2-40B4-BE49-F238E27FC236}">
                <a16:creationId xmlns:a16="http://schemas.microsoft.com/office/drawing/2014/main" id="{5871369B-1EFE-4663-9CF9-597F492D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" y="64941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9" name="line-0596">
            <a:extLst xmlns:a="http://schemas.openxmlformats.org/drawingml/2006/main">
              <a:ext uri="{FF2B5EF4-FFF2-40B4-BE49-F238E27FC236}">
                <a16:creationId xmlns:a16="http://schemas.microsoft.com/office/drawing/2014/main" id="{CA01FF34-EB1A-4BB2-81FB-CF721975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6343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0" name="shape-0597">
            <a:extLst xmlns:a="http://schemas.openxmlformats.org/drawingml/2006/main">
              <a:ext uri="{FF2B5EF4-FFF2-40B4-BE49-F238E27FC236}">
                <a16:creationId xmlns:a16="http://schemas.microsoft.com/office/drawing/2014/main" id="{A3E717AB-9602-41E8-9EA7-22020E74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" y="63322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1" name="line-0598">
            <a:extLst xmlns:a="http://schemas.openxmlformats.org/drawingml/2006/main">
              <a:ext uri="{FF2B5EF4-FFF2-40B4-BE49-F238E27FC236}">
                <a16:creationId xmlns:a16="http://schemas.microsoft.com/office/drawing/2014/main" id="{B35DA399-A1D5-400D-B18C-7446A38C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61817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2" name="shape-0599">
            <a:extLst xmlns:a="http://schemas.openxmlformats.org/drawingml/2006/main">
              <a:ext uri="{FF2B5EF4-FFF2-40B4-BE49-F238E27FC236}">
                <a16:creationId xmlns:a16="http://schemas.microsoft.com/office/drawing/2014/main" id="{E44AEF39-595B-4DD5-A39D-0BB7B346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" y="6170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3" name="line-0600">
            <a:extLst xmlns:a="http://schemas.openxmlformats.org/drawingml/2006/main">
              <a:ext uri="{FF2B5EF4-FFF2-40B4-BE49-F238E27FC236}">
                <a16:creationId xmlns:a16="http://schemas.microsoft.com/office/drawing/2014/main" id="{9ACFBBEB-EE41-4DB4-88AF-827AAD19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6534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4" name="shape-0601">
            <a:extLst xmlns:a="http://schemas.openxmlformats.org/drawingml/2006/main">
              <a:ext uri="{FF2B5EF4-FFF2-40B4-BE49-F238E27FC236}">
                <a16:creationId xmlns:a16="http://schemas.microsoft.com/office/drawing/2014/main" id="{CFDA8AE2-685F-4D9D-B465-250B07C7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65227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5" name="line-0602">
            <a:extLst xmlns:a="http://schemas.openxmlformats.org/drawingml/2006/main">
              <a:ext uri="{FF2B5EF4-FFF2-40B4-BE49-F238E27FC236}">
                <a16:creationId xmlns:a16="http://schemas.microsoft.com/office/drawing/2014/main" id="{A25E3B14-E146-436D-8B75-7F468C8C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6372225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6" name="shape-0603">
            <a:extLst xmlns:a="http://schemas.openxmlformats.org/drawingml/2006/main">
              <a:ext uri="{FF2B5EF4-FFF2-40B4-BE49-F238E27FC236}">
                <a16:creationId xmlns:a16="http://schemas.microsoft.com/office/drawing/2014/main" id="{E5A5643F-A969-4A37-9EFB-48FF238D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545" y="63512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" name="line-0604">
            <a:extLst xmlns:a="http://schemas.openxmlformats.org/drawingml/2006/main">
              <a:ext uri="{FF2B5EF4-FFF2-40B4-BE49-F238E27FC236}">
                <a16:creationId xmlns:a16="http://schemas.microsoft.com/office/drawing/2014/main" id="{44C93B3E-8593-4623-B241-3387057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621030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8" name="shape-0605">
            <a:extLst xmlns:a="http://schemas.openxmlformats.org/drawingml/2006/main">
              <a:ext uri="{FF2B5EF4-FFF2-40B4-BE49-F238E27FC236}">
                <a16:creationId xmlns:a16="http://schemas.microsoft.com/office/drawing/2014/main" id="{5AB33D6E-3114-41AF-8195-53671C1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61988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9" name="line-0606">
            <a:extLst xmlns:a="http://schemas.openxmlformats.org/drawingml/2006/main">
              <a:ext uri="{FF2B5EF4-FFF2-40B4-BE49-F238E27FC236}">
                <a16:creationId xmlns:a16="http://schemas.microsoft.com/office/drawing/2014/main" id="{956929A4-9AF4-4ADC-BC65-A5C9B5F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65627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0" name="shape-0607">
            <a:extLst xmlns:a="http://schemas.openxmlformats.org/drawingml/2006/main">
              <a:ext uri="{FF2B5EF4-FFF2-40B4-BE49-F238E27FC236}">
                <a16:creationId xmlns:a16="http://schemas.microsoft.com/office/drawing/2014/main" id="{9DC910B5-33B0-47D0-A70D-81993983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6551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1" name="line-0608">
            <a:extLst xmlns:a="http://schemas.openxmlformats.org/drawingml/2006/main">
              <a:ext uri="{FF2B5EF4-FFF2-40B4-BE49-F238E27FC236}">
                <a16:creationId xmlns:a16="http://schemas.microsoft.com/office/drawing/2014/main" id="{79AA46E5-23FA-416A-8E18-927E705C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64008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" name="shape-0609">
            <a:extLst xmlns:a="http://schemas.openxmlformats.org/drawingml/2006/main">
              <a:ext uri="{FF2B5EF4-FFF2-40B4-BE49-F238E27FC236}">
                <a16:creationId xmlns:a16="http://schemas.microsoft.com/office/drawing/2014/main" id="{28685E09-3026-4924-97D6-C5BAAF15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920" y="63893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3" name="line-0610">
            <a:extLst xmlns:a="http://schemas.openxmlformats.org/drawingml/2006/main">
              <a:ext uri="{FF2B5EF4-FFF2-40B4-BE49-F238E27FC236}">
                <a16:creationId xmlns:a16="http://schemas.microsoft.com/office/drawing/2014/main" id="{980167F8-8830-4C3C-8886-415D0B04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62388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" name="shape-0611">
            <a:extLst xmlns:a="http://schemas.openxmlformats.org/drawingml/2006/main">
              <a:ext uri="{FF2B5EF4-FFF2-40B4-BE49-F238E27FC236}">
                <a16:creationId xmlns:a16="http://schemas.microsoft.com/office/drawing/2014/main" id="{2563AD85-203D-4CC2-855B-AC6F0635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0" y="6227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5" name="line-0612">
            <a:extLst xmlns:a="http://schemas.openxmlformats.org/drawingml/2006/main">
              <a:ext uri="{FF2B5EF4-FFF2-40B4-BE49-F238E27FC236}">
                <a16:creationId xmlns:a16="http://schemas.microsoft.com/office/drawing/2014/main" id="{D5C67387-248C-47DC-8885-0C750340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6591300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6" name="shape-0613">
            <a:extLst xmlns:a="http://schemas.openxmlformats.org/drawingml/2006/main">
              <a:ext uri="{FF2B5EF4-FFF2-40B4-BE49-F238E27FC236}">
                <a16:creationId xmlns:a16="http://schemas.microsoft.com/office/drawing/2014/main" id="{E3695926-7DB5-4A04-8FD8-BF22D564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65703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7" name="line-0614">
            <a:extLst xmlns:a="http://schemas.openxmlformats.org/drawingml/2006/main">
              <a:ext uri="{FF2B5EF4-FFF2-40B4-BE49-F238E27FC236}">
                <a16:creationId xmlns:a16="http://schemas.microsoft.com/office/drawing/2014/main" id="{01750109-0CCA-4D22-83C5-49D6DA57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64293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" name="shape-0615">
            <a:extLst xmlns:a="http://schemas.openxmlformats.org/drawingml/2006/main">
              <a:ext uri="{FF2B5EF4-FFF2-40B4-BE49-F238E27FC236}">
                <a16:creationId xmlns:a16="http://schemas.microsoft.com/office/drawing/2014/main" id="{B1E03898-CBAD-4A16-804B-23F8A3B2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4179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9" name="line-0616">
            <a:extLst xmlns:a="http://schemas.openxmlformats.org/drawingml/2006/main">
              <a:ext uri="{FF2B5EF4-FFF2-40B4-BE49-F238E27FC236}">
                <a16:creationId xmlns:a16="http://schemas.microsoft.com/office/drawing/2014/main" id="{A16C2132-74F2-425A-A8CC-7A54EEEE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26745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" name="shape-0617">
            <a:extLst xmlns:a="http://schemas.openxmlformats.org/drawingml/2006/main">
              <a:ext uri="{FF2B5EF4-FFF2-40B4-BE49-F238E27FC236}">
                <a16:creationId xmlns:a16="http://schemas.microsoft.com/office/drawing/2014/main" id="{87BEB92F-9FC7-4064-8846-37CE4DB8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720" y="6256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1" name="line-0618">
            <a:extLst xmlns:a="http://schemas.openxmlformats.org/drawingml/2006/main">
              <a:ext uri="{FF2B5EF4-FFF2-40B4-BE49-F238E27FC236}">
                <a16:creationId xmlns:a16="http://schemas.microsoft.com/office/drawing/2014/main" id="{E8B023B1-9DF5-4B41-ABCD-D892589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91100" y="661987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" name="shape-0619">
            <a:extLst xmlns:a="http://schemas.openxmlformats.org/drawingml/2006/main">
              <a:ext uri="{FF2B5EF4-FFF2-40B4-BE49-F238E27FC236}">
                <a16:creationId xmlns:a16="http://schemas.microsoft.com/office/drawing/2014/main" id="{E8A49D77-28C6-4FAB-A3E7-816E0ECF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670" y="6608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3" name="line-0620">
            <a:extLst xmlns:a="http://schemas.openxmlformats.org/drawingml/2006/main">
              <a:ext uri="{FF2B5EF4-FFF2-40B4-BE49-F238E27FC236}">
                <a16:creationId xmlns:a16="http://schemas.microsoft.com/office/drawing/2014/main" id="{E71869BD-7012-42EA-B181-458DBDD8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6457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" name="shape-0621">
            <a:extLst xmlns:a="http://schemas.openxmlformats.org/drawingml/2006/main">
              <a:ext uri="{FF2B5EF4-FFF2-40B4-BE49-F238E27FC236}">
                <a16:creationId xmlns:a16="http://schemas.microsoft.com/office/drawing/2014/main" id="{D0C517CD-1E0B-471B-9BD6-863B24B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620" y="64465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5" name="line-0622">
            <a:extLst xmlns:a="http://schemas.openxmlformats.org/drawingml/2006/main">
              <a:ext uri="{FF2B5EF4-FFF2-40B4-BE49-F238E27FC236}">
                <a16:creationId xmlns:a16="http://schemas.microsoft.com/office/drawing/2014/main" id="{7DB7A9FF-3F55-42D4-BD8F-FBB23927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6296025"/>
            <a:ext cx="953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36" name="shape-0623">
            <a:extLst xmlns:a="http://schemas.openxmlformats.org/drawingml/2006/main">
              <a:ext uri="{FF2B5EF4-FFF2-40B4-BE49-F238E27FC236}">
                <a16:creationId xmlns:a16="http://schemas.microsoft.com/office/drawing/2014/main" id="{7975403F-C839-401A-B41B-F4170BA7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045" y="6275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7" name="line-0624">
            <a:extLst xmlns:a="http://schemas.openxmlformats.org/drawingml/2006/main">
              <a:ext uri="{FF2B5EF4-FFF2-40B4-BE49-F238E27FC236}">
                <a16:creationId xmlns:a16="http://schemas.microsoft.com/office/drawing/2014/main" id="{5CC8E2B1-770B-446F-81E0-FD63D20E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66484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" name="shape-0625">
            <a:extLst xmlns:a="http://schemas.openxmlformats.org/drawingml/2006/main">
              <a:ext uri="{FF2B5EF4-FFF2-40B4-BE49-F238E27FC236}">
                <a16:creationId xmlns:a16="http://schemas.microsoft.com/office/drawing/2014/main" id="{4A7CFE3E-2769-4797-B18C-8BDCEFBD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520" y="6637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9" name="line-0626">
            <a:extLst xmlns:a="http://schemas.openxmlformats.org/drawingml/2006/main">
              <a:ext uri="{FF2B5EF4-FFF2-40B4-BE49-F238E27FC236}">
                <a16:creationId xmlns:a16="http://schemas.microsoft.com/office/drawing/2014/main" id="{BC016FA4-4262-48F0-AA61-D54E34F8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64865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" name="shape-0627">
            <a:extLst xmlns:a="http://schemas.openxmlformats.org/drawingml/2006/main">
              <a:ext uri="{FF2B5EF4-FFF2-40B4-BE49-F238E27FC236}">
                <a16:creationId xmlns:a16="http://schemas.microsoft.com/office/drawing/2014/main" id="{061A8ADD-6DB7-4B0A-81EC-AC9CC760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470" y="64750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1" name="line-0628">
            <a:extLst xmlns:a="http://schemas.openxmlformats.org/drawingml/2006/main">
              <a:ext uri="{FF2B5EF4-FFF2-40B4-BE49-F238E27FC236}">
                <a16:creationId xmlns:a16="http://schemas.microsoft.com/office/drawing/2014/main" id="{4846E779-0F3D-44FD-8CE6-6BCAC15B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6324600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" name="shape-0629">
            <a:extLst xmlns:a="http://schemas.openxmlformats.org/drawingml/2006/main">
              <a:ext uri="{FF2B5EF4-FFF2-40B4-BE49-F238E27FC236}">
                <a16:creationId xmlns:a16="http://schemas.microsoft.com/office/drawing/2014/main" id="{1F6ED158-956F-47B6-B0FE-622F21E5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63131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3" name="line-0630">
            <a:extLst xmlns:a="http://schemas.openxmlformats.org/drawingml/2006/main">
              <a:ext uri="{FF2B5EF4-FFF2-40B4-BE49-F238E27FC236}">
                <a16:creationId xmlns:a16="http://schemas.microsoft.com/office/drawing/2014/main" id="{401FAAEF-EF34-4F64-960D-51D4E8E8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6162675"/>
            <a:ext cx="953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4" name="shape-0631">
            <a:extLst xmlns:a="http://schemas.openxmlformats.org/drawingml/2006/main">
              <a:ext uri="{FF2B5EF4-FFF2-40B4-BE49-F238E27FC236}">
                <a16:creationId xmlns:a16="http://schemas.microsoft.com/office/drawing/2014/main" id="{1B2F4A8C-B441-4B5C-BB48-9C312AD3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370" y="6151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5" name="line-0632">
            <a:extLst xmlns:a="http://schemas.openxmlformats.org/drawingml/2006/main">
              <a:ext uri="{FF2B5EF4-FFF2-40B4-BE49-F238E27FC236}">
                <a16:creationId xmlns:a16="http://schemas.microsoft.com/office/drawing/2014/main" id="{D0F28492-AB97-4679-9BA1-A4913D33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515100"/>
            <a:ext cx="953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46" name="shape-0633">
            <a:extLst xmlns:a="http://schemas.openxmlformats.org/drawingml/2006/main">
              <a:ext uri="{FF2B5EF4-FFF2-40B4-BE49-F238E27FC236}">
                <a16:creationId xmlns:a16="http://schemas.microsoft.com/office/drawing/2014/main" id="{04CFBEE9-FB56-49C6-9BA7-E3505598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795" y="6494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47" name="line-0634">
            <a:extLst xmlns:a="http://schemas.openxmlformats.org/drawingml/2006/main">
              <a:ext uri="{FF2B5EF4-FFF2-40B4-BE49-F238E27FC236}">
                <a16:creationId xmlns:a16="http://schemas.microsoft.com/office/drawing/2014/main" id="{A5571CF4-9CEF-4DCB-9686-5165E459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3531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8" name="shape-0635">
            <a:extLst xmlns:a="http://schemas.openxmlformats.org/drawingml/2006/main">
              <a:ext uri="{FF2B5EF4-FFF2-40B4-BE49-F238E27FC236}">
                <a16:creationId xmlns:a16="http://schemas.microsoft.com/office/drawing/2014/main" id="{AEF1DDDE-2184-4141-9401-28AE8A39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270" y="63417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9" name="line-0636">
            <a:extLst xmlns:a="http://schemas.openxmlformats.org/drawingml/2006/main">
              <a:ext uri="{FF2B5EF4-FFF2-40B4-BE49-F238E27FC236}">
                <a16:creationId xmlns:a16="http://schemas.microsoft.com/office/drawing/2014/main" id="{051B575B-0B2F-466F-BB76-9893CFFF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48650" y="61912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0" name="shape-0637">
            <a:extLst xmlns:a="http://schemas.openxmlformats.org/drawingml/2006/main">
              <a:ext uri="{FF2B5EF4-FFF2-40B4-BE49-F238E27FC236}">
                <a16:creationId xmlns:a16="http://schemas.microsoft.com/office/drawing/2014/main" id="{AE71F4CD-3EC1-4DED-B6B2-FD981448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220" y="6179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1" name="line-0638">
            <a:extLst xmlns:a="http://schemas.openxmlformats.org/drawingml/2006/main">
              <a:ext uri="{FF2B5EF4-FFF2-40B4-BE49-F238E27FC236}">
                <a16:creationId xmlns:a16="http://schemas.microsoft.com/office/drawing/2014/main" id="{716F1F7B-4A0C-4BAD-AE96-643F1D23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654367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2" name="shape-0639">
            <a:extLst xmlns:a="http://schemas.openxmlformats.org/drawingml/2006/main">
              <a:ext uri="{FF2B5EF4-FFF2-40B4-BE49-F238E27FC236}">
                <a16:creationId xmlns:a16="http://schemas.microsoft.com/office/drawing/2014/main" id="{086DFDC4-1D24-41C1-916F-2DAEAF85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170" y="6532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3" name="line-0640">
            <a:extLst xmlns:a="http://schemas.openxmlformats.org/drawingml/2006/main">
              <a:ext uri="{FF2B5EF4-FFF2-40B4-BE49-F238E27FC236}">
                <a16:creationId xmlns:a16="http://schemas.microsoft.com/office/drawing/2014/main" id="{2F115902-0449-421F-BF4F-FED36B94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72550" y="63817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4" name="shape-0641">
            <a:extLst xmlns:a="http://schemas.openxmlformats.org/drawingml/2006/main">
              <a:ext uri="{FF2B5EF4-FFF2-40B4-BE49-F238E27FC236}">
                <a16:creationId xmlns:a16="http://schemas.microsoft.com/office/drawing/2014/main" id="{05A9BE8A-0AD2-44E1-AE01-63F82F48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120" y="63703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5" name="line-0642">
            <a:extLst xmlns:a="http://schemas.openxmlformats.org/drawingml/2006/main">
              <a:ext uri="{FF2B5EF4-FFF2-40B4-BE49-F238E27FC236}">
                <a16:creationId xmlns:a16="http://schemas.microsoft.com/office/drawing/2014/main" id="{E45A8CFC-DD66-4E43-A0D5-31569BB0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62198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56" name="shape-0643">
            <a:extLst xmlns:a="http://schemas.openxmlformats.org/drawingml/2006/main">
              <a:ext uri="{FF2B5EF4-FFF2-40B4-BE49-F238E27FC236}">
                <a16:creationId xmlns:a16="http://schemas.microsoft.com/office/drawing/2014/main" id="{0F4D1F9B-3486-406B-9FFE-70CEAF23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3545" y="61988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57" name="line-0644">
            <a:extLst xmlns:a="http://schemas.openxmlformats.org/drawingml/2006/main">
              <a:ext uri="{FF2B5EF4-FFF2-40B4-BE49-F238E27FC236}">
                <a16:creationId xmlns:a16="http://schemas.microsoft.com/office/drawing/2014/main" id="{A1087A01-DD6B-4DC2-83B7-0D3EA5BD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657225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8" name="shape-0645">
            <a:extLst xmlns:a="http://schemas.openxmlformats.org/drawingml/2006/main">
              <a:ext uri="{FF2B5EF4-FFF2-40B4-BE49-F238E27FC236}">
                <a16:creationId xmlns:a16="http://schemas.microsoft.com/office/drawing/2014/main" id="{9697BEA7-2D36-44ED-9BE2-79F58712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020" y="6560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9" name="line-0646">
            <a:extLst xmlns:a="http://schemas.openxmlformats.org/drawingml/2006/main">
              <a:ext uri="{FF2B5EF4-FFF2-40B4-BE49-F238E27FC236}">
                <a16:creationId xmlns:a16="http://schemas.microsoft.com/office/drawing/2014/main" id="{5A6F8F8B-04CD-4F46-8081-C9DB1F1C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64103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0" name="shape-0647">
            <a:extLst xmlns:a="http://schemas.openxmlformats.org/drawingml/2006/main">
              <a:ext uri="{FF2B5EF4-FFF2-40B4-BE49-F238E27FC236}">
                <a16:creationId xmlns:a16="http://schemas.microsoft.com/office/drawing/2014/main" id="{24FF05BD-BDE4-4676-981A-A33E026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970" y="63988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1" name="line-0648">
            <a:extLst xmlns:a="http://schemas.openxmlformats.org/drawingml/2006/main">
              <a:ext uri="{FF2B5EF4-FFF2-40B4-BE49-F238E27FC236}">
                <a16:creationId xmlns:a16="http://schemas.microsoft.com/office/drawing/2014/main" id="{90D1419D-A81C-4F28-BA8A-9AF00471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0350" y="62484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2" name="shape-0649">
            <a:extLst xmlns:a="http://schemas.openxmlformats.org/drawingml/2006/main">
              <a:ext uri="{FF2B5EF4-FFF2-40B4-BE49-F238E27FC236}">
                <a16:creationId xmlns:a16="http://schemas.microsoft.com/office/drawing/2014/main" id="{475D7577-74E1-49D7-BE70-6285D883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920" y="6236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3" name="line-0650">
            <a:extLst xmlns:a="http://schemas.openxmlformats.org/drawingml/2006/main">
              <a:ext uri="{FF2B5EF4-FFF2-40B4-BE49-F238E27FC236}">
                <a16:creationId xmlns:a16="http://schemas.microsoft.com/office/drawing/2014/main" id="{D2BE8C59-BE67-41AE-A3DB-96BFE287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66008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4" name="shape-0651">
            <a:extLst xmlns:a="http://schemas.openxmlformats.org/drawingml/2006/main">
              <a:ext uri="{FF2B5EF4-FFF2-40B4-BE49-F238E27FC236}">
                <a16:creationId xmlns:a16="http://schemas.microsoft.com/office/drawing/2014/main" id="{2F04698D-AC3C-4B5B-B44C-3E319051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0870" y="65893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5" name="line-0652">
            <a:extLst xmlns:a="http://schemas.openxmlformats.org/drawingml/2006/main">
              <a:ext uri="{FF2B5EF4-FFF2-40B4-BE49-F238E27FC236}">
                <a16:creationId xmlns:a16="http://schemas.microsoft.com/office/drawing/2014/main" id="{3A1CF021-2A69-4D25-B863-1EB18BDE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643890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6" name="shape-0653">
            <a:extLst xmlns:a="http://schemas.openxmlformats.org/drawingml/2006/main">
              <a:ext uri="{FF2B5EF4-FFF2-40B4-BE49-F238E27FC236}">
                <a16:creationId xmlns:a16="http://schemas.microsoft.com/office/drawing/2014/main" id="{46A197D0-4FA7-4ACB-9E47-CB6247E4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3295" y="64179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67" name="line-0654">
            <a:extLst xmlns:a="http://schemas.openxmlformats.org/drawingml/2006/main">
              <a:ext uri="{FF2B5EF4-FFF2-40B4-BE49-F238E27FC236}">
                <a16:creationId xmlns:a16="http://schemas.microsoft.com/office/drawing/2014/main" id="{C1DCF167-A324-4D06-96EE-93CAF6ED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06200" y="6276975"/>
            <a:ext cx="953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8" name="shape-0655">
            <a:extLst xmlns:a="http://schemas.openxmlformats.org/drawingml/2006/main">
              <a:ext uri="{FF2B5EF4-FFF2-40B4-BE49-F238E27FC236}">
                <a16:creationId xmlns:a16="http://schemas.microsoft.com/office/drawing/2014/main" id="{3834E72F-0D88-4265-838D-E02B0E0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0" y="62655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9" name="line-0656">
            <a:extLst xmlns:a="http://schemas.openxmlformats.org/drawingml/2006/main">
              <a:ext uri="{FF2B5EF4-FFF2-40B4-BE49-F238E27FC236}">
                <a16:creationId xmlns:a16="http://schemas.microsoft.com/office/drawing/2014/main" id="{F8073CB0-AC4B-4330-8EC6-FA5BB9C3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8150" y="66294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0" name="shape-0657">
            <a:extLst xmlns:a="http://schemas.openxmlformats.org/drawingml/2006/main">
              <a:ext uri="{FF2B5EF4-FFF2-40B4-BE49-F238E27FC236}">
                <a16:creationId xmlns:a16="http://schemas.microsoft.com/office/drawing/2014/main" id="{F930DD4F-6338-42F8-8119-B482A484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720" y="6617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1" name="line-0658">
            <a:extLst xmlns:a="http://schemas.openxmlformats.org/drawingml/2006/main">
              <a:ext uri="{FF2B5EF4-FFF2-40B4-BE49-F238E27FC236}">
                <a16:creationId xmlns:a16="http://schemas.microsoft.com/office/drawing/2014/main" id="{C9FE6B6B-09AA-4B72-A161-50E18143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30100" y="6467475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2" name="shape-0659">
            <a:extLst xmlns:a="http://schemas.openxmlformats.org/drawingml/2006/main">
              <a:ext uri="{FF2B5EF4-FFF2-40B4-BE49-F238E27FC236}">
                <a16:creationId xmlns:a16="http://schemas.microsoft.com/office/drawing/2014/main" id="{B53F358B-3407-4ECE-B425-7DAB21E7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70" y="64560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3" name="text-0660">
            <a:extLst xmlns:a="http://schemas.openxmlformats.org/drawingml/2006/main">
              <a:ext uri="{FF2B5EF4-FFF2-40B4-BE49-F238E27FC236}">
                <a16:creationId xmlns:a16="http://schemas.microsoft.com/office/drawing/2014/main" id="{6714AE2C-7F8B-458E-AC00-D84A32EB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0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4" name="text-0661">
            <a:extLst xmlns:a="http://schemas.openxmlformats.org/drawingml/2006/main">
              <a:ext uri="{FF2B5EF4-FFF2-40B4-BE49-F238E27FC236}">
                <a16:creationId xmlns:a16="http://schemas.microsoft.com/office/drawing/2014/main" id="{22D96CC9-4C5C-4297-8FCB-F5843A98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整体与分段 lag 扫描识别错位结构</a:t>
            </a:r>
          </a:p>
        </p:txBody>
      </p:sp>
      <p:sp>
        <p:nvSpPr>
          <p:cNvPr id="75" name="line-0662">
            <a:extLst xmlns:a="http://schemas.openxmlformats.org/drawingml/2006/main">
              <a:ext uri="{FF2B5EF4-FFF2-40B4-BE49-F238E27FC236}">
                <a16:creationId xmlns:a16="http://schemas.microsoft.com/office/drawing/2014/main" id="{5A3AF8F7-76BA-4B9F-93A3-758D9BF3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857250"/>
            <a:ext cx="809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76" name="line-0663">
            <a:extLst xmlns:a="http://schemas.openxmlformats.org/drawingml/2006/main">
              <a:ext uri="{FF2B5EF4-FFF2-40B4-BE49-F238E27FC236}">
                <a16:creationId xmlns:a16="http://schemas.microsoft.com/office/drawing/2014/main" id="{59E987CB-B949-484E-801E-454BCB0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1333500"/>
            <a:ext cx="953" cy="442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solid"/>
          </a:ln>
        </p:spPr>
      </p:sp>
      <p:sp>
        <p:nvSpPr>
          <p:cNvPr id="77" name="line-0664">
            <a:extLst xmlns:a="http://schemas.openxmlformats.org/drawingml/2006/main">
              <a:ext uri="{FF2B5EF4-FFF2-40B4-BE49-F238E27FC236}">
                <a16:creationId xmlns:a16="http://schemas.microsoft.com/office/drawing/2014/main" id="{48AE624F-15DD-4E7B-91E1-147D76B6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375" y="1333500"/>
            <a:ext cx="953" cy="442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solid"/>
          </a:ln>
        </p:spPr>
      </p:sp>
      <p:sp>
        <p:nvSpPr>
          <p:cNvPr id="78" name="shape-0665">
            <a:extLst xmlns:a="http://schemas.openxmlformats.org/drawingml/2006/main">
              <a:ext uri="{FF2B5EF4-FFF2-40B4-BE49-F238E27FC236}">
                <a16:creationId xmlns:a16="http://schemas.microsoft.com/office/drawing/2014/main" id="{41A002A8-2DDE-4D1A-ABB8-766F8F78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33350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9" name="text-0666">
            <a:extLst xmlns:a="http://schemas.openxmlformats.org/drawingml/2006/main">
              <a:ext uri="{FF2B5EF4-FFF2-40B4-BE49-F238E27FC236}">
                <a16:creationId xmlns:a16="http://schemas.microsoft.com/office/drawing/2014/main" id="{A63390F9-9E3F-4B27-A22A-47B9FA6B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381125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整体滑动 −100…+100 年</a:t>
            </a:r>
          </a:p>
        </p:txBody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973ccc0334d92"/>
          <a:srcRect xmlns:a="http://schemas.openxmlformats.org/drawingml/2006/main" l="0" t="8803" r="0" b="8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809750"/>
            <a:ext cx="3048000" cy="438150"/>
          </a:xfrm>
          <a:prstGeom xmlns:a="http://schemas.openxmlformats.org/drawingml/2006/main" prst="rect">
            <a:avLst/>
          </a:prstGeom>
        </p:spPr>
      </p:pic>
      <p:sp>
        <p:nvSpPr>
          <p:cNvPr id="81" name="line-0667">
            <a:extLst xmlns:a="http://schemas.openxmlformats.org/drawingml/2006/main">
              <a:ext uri="{FF2B5EF4-FFF2-40B4-BE49-F238E27FC236}">
                <a16:creationId xmlns:a16="http://schemas.microsoft.com/office/drawing/2014/main" id="{89A21614-355E-4080-B6EF-83B529FA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4191000"/>
            <a:ext cx="3143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82" name="line-0668">
            <a:extLst xmlns:a="http://schemas.openxmlformats.org/drawingml/2006/main">
              <a:ext uri="{FF2B5EF4-FFF2-40B4-BE49-F238E27FC236}">
                <a16:creationId xmlns:a16="http://schemas.microsoft.com/office/drawing/2014/main" id="{FF5E822D-1385-4018-9ED0-7FA24649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2571750"/>
            <a:ext cx="953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83" name="line-0669">
            <a:extLst xmlns:a="http://schemas.openxmlformats.org/drawingml/2006/main">
              <a:ext uri="{FF2B5EF4-FFF2-40B4-BE49-F238E27FC236}">
                <a16:creationId xmlns:a16="http://schemas.microsoft.com/office/drawing/2014/main" id="{3ECCC85B-DC56-4A7D-A4D9-46AA2731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" y="3887391"/>
            <a:ext cx="157163" cy="1012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84" name="line-0670">
            <a:extLst xmlns:a="http://schemas.openxmlformats.org/drawingml/2006/main">
              <a:ext uri="{FF2B5EF4-FFF2-40B4-BE49-F238E27FC236}">
                <a16:creationId xmlns:a16="http://schemas.microsoft.com/office/drawing/2014/main" id="{0A8B0E2F-993D-4224-B882-53191876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3" y="3887391"/>
            <a:ext cx="157163" cy="1416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85" name="line-0671">
            <a:extLst xmlns:a="http://schemas.openxmlformats.org/drawingml/2006/main">
              <a:ext uri="{FF2B5EF4-FFF2-40B4-BE49-F238E27FC236}">
                <a16:creationId xmlns:a16="http://schemas.microsoft.com/office/drawing/2014/main" id="{5FC8FF5E-2D13-46BE-8F01-CCF942CB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1075" y="3786188"/>
            <a:ext cx="157163" cy="242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86" name="line-0672">
            <a:extLst xmlns:a="http://schemas.openxmlformats.org/drawingml/2006/main">
              <a:ext uri="{FF2B5EF4-FFF2-40B4-BE49-F238E27FC236}">
                <a16:creationId xmlns:a16="http://schemas.microsoft.com/office/drawing/2014/main" id="{54166275-D1D6-4613-81AB-0EC622AC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8238" y="3786188"/>
            <a:ext cx="15716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87" name="line-0673">
            <a:extLst xmlns:a="http://schemas.openxmlformats.org/drawingml/2006/main">
              <a:ext uri="{FF2B5EF4-FFF2-40B4-BE49-F238E27FC236}">
                <a16:creationId xmlns:a16="http://schemas.microsoft.com/office/drawing/2014/main" id="{A0CD8F37-7DC1-46D1-87C8-050789B4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95400" y="3826669"/>
            <a:ext cx="157163" cy="121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88" name="line-0674">
            <a:extLst xmlns:a="http://schemas.openxmlformats.org/drawingml/2006/main">
              <a:ext uri="{FF2B5EF4-FFF2-40B4-BE49-F238E27FC236}">
                <a16:creationId xmlns:a16="http://schemas.microsoft.com/office/drawing/2014/main" id="{53850A14-78E6-4797-AC91-86CDFE49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52563" y="3826669"/>
            <a:ext cx="157163" cy="60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89" name="line-0675">
            <a:extLst xmlns:a="http://schemas.openxmlformats.org/drawingml/2006/main">
              <a:ext uri="{FF2B5EF4-FFF2-40B4-BE49-F238E27FC236}">
                <a16:creationId xmlns:a16="http://schemas.microsoft.com/office/drawing/2014/main" id="{ED440BD4-0D95-4B9D-88D8-A4DAF270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09725" y="3664744"/>
            <a:ext cx="157163" cy="2226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0" name="line-0676">
            <a:extLst xmlns:a="http://schemas.openxmlformats.org/drawingml/2006/main">
              <a:ext uri="{FF2B5EF4-FFF2-40B4-BE49-F238E27FC236}">
                <a16:creationId xmlns:a16="http://schemas.microsoft.com/office/drawing/2014/main" id="{A3B7D10B-C8A2-4D9B-B539-0F543E89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66888" y="3664744"/>
            <a:ext cx="157163" cy="121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1" name="line-0677">
            <a:extLst xmlns:a="http://schemas.openxmlformats.org/drawingml/2006/main">
              <a:ext uri="{FF2B5EF4-FFF2-40B4-BE49-F238E27FC236}">
                <a16:creationId xmlns:a16="http://schemas.microsoft.com/office/drawing/2014/main" id="{0D44084B-9957-4540-9874-663F4F91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24050" y="3583781"/>
            <a:ext cx="157163" cy="2024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2" name="line-0678">
            <a:extLst xmlns:a="http://schemas.openxmlformats.org/drawingml/2006/main">
              <a:ext uri="{FF2B5EF4-FFF2-40B4-BE49-F238E27FC236}">
                <a16:creationId xmlns:a16="http://schemas.microsoft.com/office/drawing/2014/main" id="{735BF74C-3AA2-44A9-B9A8-5D5AB464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81213" y="3583781"/>
            <a:ext cx="15716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3" name="line-0679">
            <a:extLst xmlns:a="http://schemas.openxmlformats.org/drawingml/2006/main">
              <a:ext uri="{FF2B5EF4-FFF2-40B4-BE49-F238E27FC236}">
                <a16:creationId xmlns:a16="http://schemas.microsoft.com/office/drawing/2014/main" id="{1949175D-3A7D-48AB-B1DD-FF743793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38375" y="3482578"/>
            <a:ext cx="157163" cy="263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4" name="line-0680">
            <a:extLst xmlns:a="http://schemas.openxmlformats.org/drawingml/2006/main">
              <a:ext uri="{FF2B5EF4-FFF2-40B4-BE49-F238E27FC236}">
                <a16:creationId xmlns:a16="http://schemas.microsoft.com/office/drawing/2014/main" id="{84518F5D-3B66-4F49-824B-DDC132CF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95538" y="3482578"/>
            <a:ext cx="157162" cy="3440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5" name="line-0681">
            <a:extLst xmlns:a="http://schemas.openxmlformats.org/drawingml/2006/main">
              <a:ext uri="{FF2B5EF4-FFF2-40B4-BE49-F238E27FC236}">
                <a16:creationId xmlns:a16="http://schemas.microsoft.com/office/drawing/2014/main" id="{5FFEEB09-BF97-467B-9D1B-6C10323A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52700" y="3624263"/>
            <a:ext cx="157163" cy="2024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6" name="line-0682">
            <a:extLst xmlns:a="http://schemas.openxmlformats.org/drawingml/2006/main">
              <a:ext uri="{FF2B5EF4-FFF2-40B4-BE49-F238E27FC236}">
                <a16:creationId xmlns:a16="http://schemas.microsoft.com/office/drawing/2014/main" id="{E16246D0-C119-40E3-896C-61155859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09863" y="2733675"/>
            <a:ext cx="157163" cy="890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7" name="line-0683">
            <a:extLst xmlns:a="http://schemas.openxmlformats.org/drawingml/2006/main">
              <a:ext uri="{FF2B5EF4-FFF2-40B4-BE49-F238E27FC236}">
                <a16:creationId xmlns:a16="http://schemas.microsoft.com/office/drawing/2014/main" id="{2B7EBD9E-9DE8-46F7-8C77-707A6153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67025" y="2733675"/>
            <a:ext cx="157163" cy="769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8" name="line-0684">
            <a:extLst xmlns:a="http://schemas.openxmlformats.org/drawingml/2006/main">
              <a:ext uri="{FF2B5EF4-FFF2-40B4-BE49-F238E27FC236}">
                <a16:creationId xmlns:a16="http://schemas.microsoft.com/office/drawing/2014/main" id="{4CBBF465-9128-4FFE-8CFC-DD5BB02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24188" y="3502819"/>
            <a:ext cx="157163" cy="182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99" name="line-0685">
            <a:extLst xmlns:a="http://schemas.openxmlformats.org/drawingml/2006/main">
              <a:ext uri="{FF2B5EF4-FFF2-40B4-BE49-F238E27FC236}">
                <a16:creationId xmlns:a16="http://schemas.microsoft.com/office/drawing/2014/main" id="{B64B6246-6125-42C2-9D83-03B8CB37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3684984"/>
            <a:ext cx="157163" cy="60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00" name="line-0686">
            <a:extLst xmlns:a="http://schemas.openxmlformats.org/drawingml/2006/main">
              <a:ext uri="{FF2B5EF4-FFF2-40B4-BE49-F238E27FC236}">
                <a16:creationId xmlns:a16="http://schemas.microsoft.com/office/drawing/2014/main" id="{A592FEAC-7861-4B37-8863-68889D40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8513" y="3745706"/>
            <a:ext cx="157163" cy="1012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01" name="line-0687">
            <a:extLst xmlns:a="http://schemas.openxmlformats.org/drawingml/2006/main">
              <a:ext uri="{FF2B5EF4-FFF2-40B4-BE49-F238E27FC236}">
                <a16:creationId xmlns:a16="http://schemas.microsoft.com/office/drawing/2014/main" id="{9DA7EFC5-ED5C-4FA9-814F-79F93032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95675" y="3846909"/>
            <a:ext cx="157163" cy="404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02" name="line-0688">
            <a:extLst xmlns:a="http://schemas.openxmlformats.org/drawingml/2006/main">
              <a:ext uri="{FF2B5EF4-FFF2-40B4-BE49-F238E27FC236}">
                <a16:creationId xmlns:a16="http://schemas.microsoft.com/office/drawing/2014/main" id="{4DF0F3C7-8B56-4439-8BAA-597050BE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2838" y="3887391"/>
            <a:ext cx="157163" cy="60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03" name="shape-0689">
            <a:extLst xmlns:a="http://schemas.openxmlformats.org/drawingml/2006/main">
              <a:ext uri="{FF2B5EF4-FFF2-40B4-BE49-F238E27FC236}">
                <a16:creationId xmlns:a16="http://schemas.microsoft.com/office/drawing/2014/main" id="{F6CA28F9-AD3A-433C-BC21-17181305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04" name="line-0690">
            <a:extLst xmlns:a="http://schemas.openxmlformats.org/drawingml/2006/main">
              <a:ext uri="{FF2B5EF4-FFF2-40B4-BE49-F238E27FC236}">
                <a16:creationId xmlns:a16="http://schemas.microsoft.com/office/drawing/2014/main" id="{DF84CC8B-1741-4292-B188-1F8CC5D9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67025" y="2733675"/>
            <a:ext cx="953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5C5B"/>
            </a:solidFill>
            <a:prstDash val="dash"/>
          </a:ln>
        </p:spPr>
      </p:sp>
      <p:sp>
        <p:nvSpPr>
          <p:cNvPr id="105" name="text-0691">
            <a:extLst xmlns:a="http://schemas.openxmlformats.org/drawingml/2006/main">
              <a:ext uri="{FF2B5EF4-FFF2-40B4-BE49-F238E27FC236}">
                <a16:creationId xmlns:a16="http://schemas.microsoft.com/office/drawing/2014/main" id="{AB204EC3-8567-4482-A29C-AC273F5E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66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示意最佳 lag = −4</a:t>
            </a:r>
          </a:p>
        </p:txBody>
      </p:sp>
      <p:sp>
        <p:nvSpPr>
          <p:cNvPr id="106" name="text-0692">
            <a:extLst xmlns:a="http://schemas.openxmlformats.org/drawingml/2006/main">
              <a:ext uri="{FF2B5EF4-FFF2-40B4-BE49-F238E27FC236}">
                <a16:creationId xmlns:a16="http://schemas.microsoft.com/office/drawing/2014/main" id="{5EACF5FD-7640-4A2D-80A4-F413C452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−100</a:t>
            </a:r>
          </a:p>
        </p:txBody>
      </p:sp>
      <p:sp>
        <p:nvSpPr>
          <p:cNvPr id="107" name="text-0693">
            <a:extLst xmlns:a="http://schemas.openxmlformats.org/drawingml/2006/main">
              <a:ext uri="{FF2B5EF4-FFF2-40B4-BE49-F238E27FC236}">
                <a16:creationId xmlns:a16="http://schemas.microsoft.com/office/drawing/2014/main" id="{B7EDE272-90D8-4531-AC2A-9B56194E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−50</a:t>
            </a:r>
          </a:p>
        </p:txBody>
      </p:sp>
      <p:sp>
        <p:nvSpPr>
          <p:cNvPr id="108" name="text-0694">
            <a:extLst xmlns:a="http://schemas.openxmlformats.org/drawingml/2006/main">
              <a:ext uri="{FF2B5EF4-FFF2-40B4-BE49-F238E27FC236}">
                <a16:creationId xmlns:a16="http://schemas.microsoft.com/office/drawing/2014/main" id="{69C78BE6-90C0-438E-B0A1-842ACF9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7672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9" name="text-0695">
            <a:extLst xmlns:a="http://schemas.openxmlformats.org/drawingml/2006/main">
              <a:ext uri="{FF2B5EF4-FFF2-40B4-BE49-F238E27FC236}">
                <a16:creationId xmlns:a16="http://schemas.microsoft.com/office/drawing/2014/main" id="{F6F4379E-0FB3-442F-825B-CB57F399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7672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+50</a:t>
            </a:r>
          </a:p>
        </p:txBody>
      </p:sp>
      <p:sp>
        <p:nvSpPr>
          <p:cNvPr id="110" name="text-0696">
            <a:extLst xmlns:a="http://schemas.openxmlformats.org/drawingml/2006/main">
              <a:ext uri="{FF2B5EF4-FFF2-40B4-BE49-F238E27FC236}">
                <a16:creationId xmlns:a16="http://schemas.microsoft.com/office/drawing/2014/main" id="{72A57916-13BA-4726-B250-C21A1EED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76725"/>
            <a:ext cx="514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+100</a:t>
            </a:r>
          </a:p>
        </p:txBody>
      </p:sp>
      <p:sp>
        <p:nvSpPr>
          <p:cNvPr id="111" name="text-0697">
            <a:extLst xmlns:a="http://schemas.openxmlformats.org/drawingml/2006/main">
              <a:ext uri="{FF2B5EF4-FFF2-40B4-BE49-F238E27FC236}">
                <a16:creationId xmlns:a16="http://schemas.microsoft.com/office/drawing/2014/main" id="{A08CF5F6-E968-4673-B8F6-6DA37417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整体基线（主导 lag）</a:t>
            </a:r>
          </a:p>
        </p:txBody>
      </p:sp>
      <p:sp>
        <p:nvSpPr>
          <p:cNvPr id="112" name="shape-0698">
            <a:extLst xmlns:a="http://schemas.openxmlformats.org/drawingml/2006/main">
              <a:ext uri="{FF2B5EF4-FFF2-40B4-BE49-F238E27FC236}">
                <a16:creationId xmlns:a16="http://schemas.microsoft.com/office/drawing/2014/main" id="{8AD16D03-A8BD-4BE0-8E5E-6EF7B01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333500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13" name="text-0699">
            <a:extLst xmlns:a="http://schemas.openxmlformats.org/drawingml/2006/main">
              <a:ext uri="{FF2B5EF4-FFF2-40B4-BE49-F238E27FC236}">
                <a16:creationId xmlns:a16="http://schemas.microsoft.com/office/drawing/2014/main" id="{F75C0510-E8D1-4241-9B35-DBE633BA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81125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50 年窗口 / 25 年重叠</a:t>
            </a:r>
          </a:p>
        </p:txBody>
      </p:sp>
      <p:sp>
        <p:nvSpPr>
          <p:cNvPr id="114" name="shape-0700">
            <a:extLst xmlns:a="http://schemas.openxmlformats.org/drawingml/2006/main">
              <a:ext uri="{FF2B5EF4-FFF2-40B4-BE49-F238E27FC236}">
                <a16:creationId xmlns:a16="http://schemas.microsoft.com/office/drawing/2014/main" id="{F47185CC-76C9-4331-81E4-CB79593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952625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6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15" name="text-0701">
            <a:extLst xmlns:a="http://schemas.openxmlformats.org/drawingml/2006/main">
              <a:ext uri="{FF2B5EF4-FFF2-40B4-BE49-F238E27FC236}">
                <a16:creationId xmlns:a16="http://schemas.microsoft.com/office/drawing/2014/main" id="{F720E5F1-C4AF-429D-831C-7F4E2DBE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097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16" name="shape-0702">
            <a:extLst xmlns:a="http://schemas.openxmlformats.org/drawingml/2006/main">
              <a:ext uri="{FF2B5EF4-FFF2-40B4-BE49-F238E27FC236}">
                <a16:creationId xmlns:a16="http://schemas.microsoft.com/office/drawing/2014/main" id="{741DB263-A817-4C00-B580-E29342D0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2124075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6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17" name="text-0703">
            <a:extLst xmlns:a="http://schemas.openxmlformats.org/drawingml/2006/main">
              <a:ext uri="{FF2B5EF4-FFF2-40B4-BE49-F238E27FC236}">
                <a16:creationId xmlns:a16="http://schemas.microsoft.com/office/drawing/2014/main" id="{8350E667-5A1A-400C-A5F0-29FB00EF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1812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118" name="shape-0704">
            <a:extLst xmlns:a="http://schemas.openxmlformats.org/drawingml/2006/main">
              <a:ext uri="{FF2B5EF4-FFF2-40B4-BE49-F238E27FC236}">
                <a16:creationId xmlns:a16="http://schemas.microsoft.com/office/drawing/2014/main" id="{D61E4168-67E8-49ED-BDD5-6C086A7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1952625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D5"/>
          </a:solidFill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19" name="text-0705">
            <a:extLst xmlns:a="http://schemas.openxmlformats.org/drawingml/2006/main">
              <a:ext uri="{FF2B5EF4-FFF2-40B4-BE49-F238E27FC236}">
                <a16:creationId xmlns:a16="http://schemas.microsoft.com/office/drawing/2014/main" id="{88BA5D5A-4ECA-4A68-B337-E945E5D1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97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120" name="shape-0706">
            <a:extLst xmlns:a="http://schemas.openxmlformats.org/drawingml/2006/main">
              <a:ext uri="{FF2B5EF4-FFF2-40B4-BE49-F238E27FC236}">
                <a16:creationId xmlns:a16="http://schemas.microsoft.com/office/drawing/2014/main" id="{4996C416-277A-4591-89A6-F269E098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124075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D5"/>
          </a:solidFill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1" name="text-0707">
            <a:extLst xmlns:a="http://schemas.openxmlformats.org/drawingml/2006/main">
              <a:ext uri="{FF2B5EF4-FFF2-40B4-BE49-F238E27FC236}">
                <a16:creationId xmlns:a16="http://schemas.microsoft.com/office/drawing/2014/main" id="{523AEAA5-CD69-489D-B201-02DF1F4C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812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122" name="shape-0708">
            <a:extLst xmlns:a="http://schemas.openxmlformats.org/drawingml/2006/main">
              <a:ext uri="{FF2B5EF4-FFF2-40B4-BE49-F238E27FC236}">
                <a16:creationId xmlns:a16="http://schemas.microsoft.com/office/drawing/2014/main" id="{ACD7F66B-774F-45BC-BEE9-74BF3B46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1952625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9D5"/>
          </a:solidFill>
          <a:ln xmlns:a="http://schemas.openxmlformats.org/drawingml/2006/main" w="9525">
            <a:solidFill>
              <a:srgbClr val="667A3A"/>
            </a:solidFill>
            <a:prstDash val="solid"/>
          </a:ln>
        </p:spPr>
      </p:sp>
      <p:sp>
        <p:nvSpPr>
          <p:cNvPr id="123" name="text-0709">
            <a:extLst xmlns:a="http://schemas.openxmlformats.org/drawingml/2006/main">
              <a:ext uri="{FF2B5EF4-FFF2-40B4-BE49-F238E27FC236}">
                <a16:creationId xmlns:a16="http://schemas.microsoft.com/office/drawing/2014/main" id="{DC238770-C215-434F-802E-62E86FDD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97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124" name="text-0710">
            <a:extLst xmlns:a="http://schemas.openxmlformats.org/drawingml/2006/main">
              <a:ext uri="{FF2B5EF4-FFF2-40B4-BE49-F238E27FC236}">
                <a16:creationId xmlns:a16="http://schemas.microsoft.com/office/drawing/2014/main" id="{D823AF8E-642A-494A-B788-0A2B55BE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62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25 年重叠</a:t>
            </a:r>
          </a:p>
        </p:txBody>
      </p:sp>
      <p:sp>
        <p:nvSpPr>
          <p:cNvPr id="125" name="text-0711">
            <a:extLst xmlns:a="http://schemas.openxmlformats.org/drawingml/2006/main">
              <a:ext uri="{FF2B5EF4-FFF2-40B4-BE49-F238E27FC236}">
                <a16:creationId xmlns:a16="http://schemas.microsoft.com/office/drawing/2014/main" id="{0B97EEB2-05B5-400E-AC89-5AE743AB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14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A-like：低相关，移动后无明显改善</a:t>
            </a:r>
          </a:p>
        </p:txBody>
      </p:sp>
      <p:sp>
        <p:nvSpPr>
          <p:cNvPr id="126" name="text-0712">
            <a:extLst xmlns:a="http://schemas.openxmlformats.org/drawingml/2006/main">
              <a:ext uri="{FF2B5EF4-FFF2-40B4-BE49-F238E27FC236}">
                <a16:creationId xmlns:a16="http://schemas.microsoft.com/office/drawing/2014/main" id="{62887EEC-41A7-420E-BAE1-EBBD8921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433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B-like：非零 lag 带来稳定改善</a:t>
            </a:r>
          </a:p>
        </p:txBody>
      </p:sp>
      <p:sp>
        <p:nvSpPr>
          <p:cNvPr id="127" name="line-0713">
            <a:extLst xmlns:a="http://schemas.openxmlformats.org/drawingml/2006/main">
              <a:ext uri="{FF2B5EF4-FFF2-40B4-BE49-F238E27FC236}">
                <a16:creationId xmlns:a16="http://schemas.microsoft.com/office/drawing/2014/main" id="{EE12AEC2-DB2D-462A-A62E-24548450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63855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28" name="line-0714">
            <a:extLst xmlns:a="http://schemas.openxmlformats.org/drawingml/2006/main">
              <a:ext uri="{FF2B5EF4-FFF2-40B4-BE49-F238E27FC236}">
                <a16:creationId xmlns:a16="http://schemas.microsoft.com/office/drawing/2014/main" id="{AC56B693-48F1-4417-B6AF-93FA677C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14325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29" name="line-0715">
            <a:extLst xmlns:a="http://schemas.openxmlformats.org/drawingml/2006/main">
              <a:ext uri="{FF2B5EF4-FFF2-40B4-BE49-F238E27FC236}">
                <a16:creationId xmlns:a16="http://schemas.microsoft.com/office/drawing/2014/main" id="{7382E7E4-1702-49B6-A554-942905FC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86250" y="3361182"/>
            <a:ext cx="130969" cy="7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30" name="line-0716">
            <a:extLst xmlns:a="http://schemas.openxmlformats.org/drawingml/2006/main">
              <a:ext uri="{FF2B5EF4-FFF2-40B4-BE49-F238E27FC236}">
                <a16:creationId xmlns:a16="http://schemas.microsoft.com/office/drawing/2014/main" id="{FE4BECAD-3DAE-4A54-9AD3-513715A7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17219" y="3361182"/>
            <a:ext cx="130969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31" name="line-0717">
            <a:extLst xmlns:a="http://schemas.openxmlformats.org/drawingml/2006/main">
              <a:ext uri="{FF2B5EF4-FFF2-40B4-BE49-F238E27FC236}">
                <a16:creationId xmlns:a16="http://schemas.microsoft.com/office/drawing/2014/main" id="{C40967E6-F2A7-490D-9045-199C94B0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48188" y="3371088"/>
            <a:ext cx="130969" cy="49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32" name="line-0718">
            <a:extLst xmlns:a="http://schemas.openxmlformats.org/drawingml/2006/main">
              <a:ext uri="{FF2B5EF4-FFF2-40B4-BE49-F238E27FC236}">
                <a16:creationId xmlns:a16="http://schemas.microsoft.com/office/drawing/2014/main" id="{F8D9A8B9-A6D6-451F-BA85-0222C3F6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9156" y="3371088"/>
            <a:ext cx="130969" cy="29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33" name="line-0719">
            <a:extLst xmlns:a="http://schemas.openxmlformats.org/drawingml/2006/main">
              <a:ext uri="{FF2B5EF4-FFF2-40B4-BE49-F238E27FC236}">
                <a16:creationId xmlns:a16="http://schemas.microsoft.com/office/drawing/2014/main" id="{55CBC8B6-DDA7-437D-A2A1-9E4A0E38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51149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4" name="line-0720">
            <a:extLst xmlns:a="http://schemas.openxmlformats.org/drawingml/2006/main">
              <a:ext uri="{FF2B5EF4-FFF2-40B4-BE49-F238E27FC236}">
                <a16:creationId xmlns:a16="http://schemas.microsoft.com/office/drawing/2014/main" id="{BDCDE51B-EA3D-4505-995B-78A8A13F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4619625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5" name="line-0721">
            <a:extLst xmlns:a="http://schemas.openxmlformats.org/drawingml/2006/main">
              <a:ext uri="{FF2B5EF4-FFF2-40B4-BE49-F238E27FC236}">
                <a16:creationId xmlns:a16="http://schemas.microsoft.com/office/drawing/2014/main" id="{771D2478-7587-40EB-A299-D0444C2A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86250" y="4938032"/>
            <a:ext cx="130969" cy="106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36" name="line-0722">
            <a:extLst xmlns:a="http://schemas.openxmlformats.org/drawingml/2006/main">
              <a:ext uri="{FF2B5EF4-FFF2-40B4-BE49-F238E27FC236}">
                <a16:creationId xmlns:a16="http://schemas.microsoft.com/office/drawing/2014/main" id="{13F1ED87-87F1-4997-89A1-5996B649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7219" y="4655004"/>
            <a:ext cx="130969" cy="2830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37" name="line-0723">
            <a:extLst xmlns:a="http://schemas.openxmlformats.org/drawingml/2006/main">
              <a:ext uri="{FF2B5EF4-FFF2-40B4-BE49-F238E27FC236}">
                <a16:creationId xmlns:a16="http://schemas.microsoft.com/office/drawing/2014/main" id="{419BBBBD-C375-47C5-B4A6-3648B678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8188" y="4655004"/>
            <a:ext cx="130969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38" name="line-0724">
            <a:extLst xmlns:a="http://schemas.openxmlformats.org/drawingml/2006/main">
              <a:ext uri="{FF2B5EF4-FFF2-40B4-BE49-F238E27FC236}">
                <a16:creationId xmlns:a16="http://schemas.microsoft.com/office/drawing/2014/main" id="{B2F1358F-484D-4E16-81AA-491418C0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9156" y="4902654"/>
            <a:ext cx="130969" cy="127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39" name="line-0725">
            <a:extLst xmlns:a="http://schemas.openxmlformats.org/drawingml/2006/main">
              <a:ext uri="{FF2B5EF4-FFF2-40B4-BE49-F238E27FC236}">
                <a16:creationId xmlns:a16="http://schemas.microsoft.com/office/drawing/2014/main" id="{ED03ECC4-A405-4E01-B74E-0DFB76B7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3950" y="363855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0" name="line-0726">
            <a:extLst xmlns:a="http://schemas.openxmlformats.org/drawingml/2006/main">
              <a:ext uri="{FF2B5EF4-FFF2-40B4-BE49-F238E27FC236}">
                <a16:creationId xmlns:a16="http://schemas.microsoft.com/office/drawing/2014/main" id="{CAB8D5CA-2B07-423B-8D0F-5BE6DBF5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3950" y="314325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1" name="line-0727">
            <a:extLst xmlns:a="http://schemas.openxmlformats.org/drawingml/2006/main">
              <a:ext uri="{FF2B5EF4-FFF2-40B4-BE49-F238E27FC236}">
                <a16:creationId xmlns:a16="http://schemas.microsoft.com/office/drawing/2014/main" id="{CBB93503-67D6-459B-A45B-A2D573A7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33950" y="3361182"/>
            <a:ext cx="130969" cy="7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42" name="line-0728">
            <a:extLst xmlns:a="http://schemas.openxmlformats.org/drawingml/2006/main">
              <a:ext uri="{FF2B5EF4-FFF2-40B4-BE49-F238E27FC236}">
                <a16:creationId xmlns:a16="http://schemas.microsoft.com/office/drawing/2014/main" id="{CE488E4D-EEFC-4E96-B69E-047CD1AE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64919" y="3361182"/>
            <a:ext cx="130969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43" name="line-0729">
            <a:extLst xmlns:a="http://schemas.openxmlformats.org/drawingml/2006/main">
              <a:ext uri="{FF2B5EF4-FFF2-40B4-BE49-F238E27FC236}">
                <a16:creationId xmlns:a16="http://schemas.microsoft.com/office/drawing/2014/main" id="{C8837C2D-5C43-4F82-B190-5D5B8928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95888" y="3371088"/>
            <a:ext cx="130969" cy="49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44" name="line-0730">
            <a:extLst xmlns:a="http://schemas.openxmlformats.org/drawingml/2006/main">
              <a:ext uri="{FF2B5EF4-FFF2-40B4-BE49-F238E27FC236}">
                <a16:creationId xmlns:a16="http://schemas.microsoft.com/office/drawing/2014/main" id="{AFDD7BA8-35AD-4987-B8C4-679DB074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26856" y="3371088"/>
            <a:ext cx="130969" cy="29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45" name="line-0731">
            <a:extLst xmlns:a="http://schemas.openxmlformats.org/drawingml/2006/main">
              <a:ext uri="{FF2B5EF4-FFF2-40B4-BE49-F238E27FC236}">
                <a16:creationId xmlns:a16="http://schemas.microsoft.com/office/drawing/2014/main" id="{56689A93-D493-45A0-8430-9DD9A225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3950" y="51149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6" name="line-0732">
            <a:extLst xmlns:a="http://schemas.openxmlformats.org/drawingml/2006/main">
              <a:ext uri="{FF2B5EF4-FFF2-40B4-BE49-F238E27FC236}">
                <a16:creationId xmlns:a16="http://schemas.microsoft.com/office/drawing/2014/main" id="{02CD7434-F3E2-48F5-9745-AACF8313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3950" y="4619625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7" name="line-0733">
            <a:extLst xmlns:a="http://schemas.openxmlformats.org/drawingml/2006/main">
              <a:ext uri="{FF2B5EF4-FFF2-40B4-BE49-F238E27FC236}">
                <a16:creationId xmlns:a16="http://schemas.microsoft.com/office/drawing/2014/main" id="{D08BDFE9-3DCF-412D-9AB2-5C3BE47C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33950" y="4938032"/>
            <a:ext cx="130969" cy="106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48" name="line-0734">
            <a:extLst xmlns:a="http://schemas.openxmlformats.org/drawingml/2006/main">
              <a:ext uri="{FF2B5EF4-FFF2-40B4-BE49-F238E27FC236}">
                <a16:creationId xmlns:a16="http://schemas.microsoft.com/office/drawing/2014/main" id="{955E4BEB-5BE4-4737-8BFC-B1B31777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064919" y="4655004"/>
            <a:ext cx="130969" cy="2830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49" name="line-0735">
            <a:extLst xmlns:a="http://schemas.openxmlformats.org/drawingml/2006/main">
              <a:ext uri="{FF2B5EF4-FFF2-40B4-BE49-F238E27FC236}">
                <a16:creationId xmlns:a16="http://schemas.microsoft.com/office/drawing/2014/main" id="{D875DAE2-5927-46A6-A9C4-3D662206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5888" y="4655004"/>
            <a:ext cx="130969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50" name="line-0736">
            <a:extLst xmlns:a="http://schemas.openxmlformats.org/drawingml/2006/main">
              <a:ext uri="{FF2B5EF4-FFF2-40B4-BE49-F238E27FC236}">
                <a16:creationId xmlns:a16="http://schemas.microsoft.com/office/drawing/2014/main" id="{2892D483-7153-4A77-AE2F-355CA137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26856" y="4902654"/>
            <a:ext cx="130969" cy="127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51" name="line-0737">
            <a:extLst xmlns:a="http://schemas.openxmlformats.org/drawingml/2006/main">
              <a:ext uri="{FF2B5EF4-FFF2-40B4-BE49-F238E27FC236}">
                <a16:creationId xmlns:a16="http://schemas.microsoft.com/office/drawing/2014/main" id="{BE4ABBBE-0D42-4786-9B6C-78647ED0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81650" y="363855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52" name="line-0738">
            <a:extLst xmlns:a="http://schemas.openxmlformats.org/drawingml/2006/main">
              <a:ext uri="{FF2B5EF4-FFF2-40B4-BE49-F238E27FC236}">
                <a16:creationId xmlns:a16="http://schemas.microsoft.com/office/drawing/2014/main" id="{6E3CB936-A8A7-4DC0-968E-A335B04F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81650" y="314325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53" name="line-0739">
            <a:extLst xmlns:a="http://schemas.openxmlformats.org/drawingml/2006/main">
              <a:ext uri="{FF2B5EF4-FFF2-40B4-BE49-F238E27FC236}">
                <a16:creationId xmlns:a16="http://schemas.microsoft.com/office/drawing/2014/main" id="{3AF8565E-9669-4112-9D74-6029850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81650" y="3361182"/>
            <a:ext cx="130969" cy="7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54" name="line-0740">
            <a:extLst xmlns:a="http://schemas.openxmlformats.org/drawingml/2006/main">
              <a:ext uri="{FF2B5EF4-FFF2-40B4-BE49-F238E27FC236}">
                <a16:creationId xmlns:a16="http://schemas.microsoft.com/office/drawing/2014/main" id="{866B1CA1-E49C-4EBF-AFD8-296788AA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2619" y="3361182"/>
            <a:ext cx="130969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55" name="line-0741">
            <a:extLst xmlns:a="http://schemas.openxmlformats.org/drawingml/2006/main">
              <a:ext uri="{FF2B5EF4-FFF2-40B4-BE49-F238E27FC236}">
                <a16:creationId xmlns:a16="http://schemas.microsoft.com/office/drawing/2014/main" id="{06120CC5-ABBC-4F3F-B931-173AB5E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43588" y="3371088"/>
            <a:ext cx="130969" cy="49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56" name="line-0742">
            <a:extLst xmlns:a="http://schemas.openxmlformats.org/drawingml/2006/main">
              <a:ext uri="{FF2B5EF4-FFF2-40B4-BE49-F238E27FC236}">
                <a16:creationId xmlns:a16="http://schemas.microsoft.com/office/drawing/2014/main" id="{D035BA32-6FC1-4982-9E4C-71310ED4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74556" y="3371088"/>
            <a:ext cx="130969" cy="29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57" name="line-0743">
            <a:extLst xmlns:a="http://schemas.openxmlformats.org/drawingml/2006/main">
              <a:ext uri="{FF2B5EF4-FFF2-40B4-BE49-F238E27FC236}">
                <a16:creationId xmlns:a16="http://schemas.microsoft.com/office/drawing/2014/main" id="{7E088DA9-F65A-400B-9402-4B68EC41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81650" y="51149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58" name="line-0744">
            <a:extLst xmlns:a="http://schemas.openxmlformats.org/drawingml/2006/main">
              <a:ext uri="{FF2B5EF4-FFF2-40B4-BE49-F238E27FC236}">
                <a16:creationId xmlns:a16="http://schemas.microsoft.com/office/drawing/2014/main" id="{839EC946-A21B-4B06-AC4F-FB02529B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81650" y="4619625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59" name="line-0745">
            <a:extLst xmlns:a="http://schemas.openxmlformats.org/drawingml/2006/main">
              <a:ext uri="{FF2B5EF4-FFF2-40B4-BE49-F238E27FC236}">
                <a16:creationId xmlns:a16="http://schemas.microsoft.com/office/drawing/2014/main" id="{E245F72B-CC8C-4CEC-82C9-54077A1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81650" y="4938032"/>
            <a:ext cx="130969" cy="106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60" name="line-0746">
            <a:extLst xmlns:a="http://schemas.openxmlformats.org/drawingml/2006/main">
              <a:ext uri="{FF2B5EF4-FFF2-40B4-BE49-F238E27FC236}">
                <a16:creationId xmlns:a16="http://schemas.microsoft.com/office/drawing/2014/main" id="{61C7A9BE-9375-4DE9-84E2-6D628282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12619" y="4655004"/>
            <a:ext cx="130969" cy="2830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61" name="line-0747">
            <a:extLst xmlns:a="http://schemas.openxmlformats.org/drawingml/2006/main">
              <a:ext uri="{FF2B5EF4-FFF2-40B4-BE49-F238E27FC236}">
                <a16:creationId xmlns:a16="http://schemas.microsoft.com/office/drawing/2014/main" id="{B45BEC94-6070-41DA-8157-FC9C8837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43588" y="4655004"/>
            <a:ext cx="130969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62" name="line-0748">
            <a:extLst xmlns:a="http://schemas.openxmlformats.org/drawingml/2006/main">
              <a:ext uri="{FF2B5EF4-FFF2-40B4-BE49-F238E27FC236}">
                <a16:creationId xmlns:a16="http://schemas.microsoft.com/office/drawing/2014/main" id="{73B86196-E531-4321-A783-68B2A777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74556" y="4902654"/>
            <a:ext cx="130969" cy="127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63" name="line-0749">
            <a:extLst xmlns:a="http://schemas.openxmlformats.org/drawingml/2006/main">
              <a:ext uri="{FF2B5EF4-FFF2-40B4-BE49-F238E27FC236}">
                <a16:creationId xmlns:a16="http://schemas.microsoft.com/office/drawing/2014/main" id="{CA97EFB2-77CC-4E83-8114-054616CF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29350" y="363855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64" name="line-0750">
            <a:extLst xmlns:a="http://schemas.openxmlformats.org/drawingml/2006/main">
              <a:ext uri="{FF2B5EF4-FFF2-40B4-BE49-F238E27FC236}">
                <a16:creationId xmlns:a16="http://schemas.microsoft.com/office/drawing/2014/main" id="{0F31339C-3C52-4A23-A98B-D3FAE90B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29350" y="314325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65" name="line-0751">
            <a:extLst xmlns:a="http://schemas.openxmlformats.org/drawingml/2006/main">
              <a:ext uri="{FF2B5EF4-FFF2-40B4-BE49-F238E27FC236}">
                <a16:creationId xmlns:a16="http://schemas.microsoft.com/office/drawing/2014/main" id="{C978B0B9-CC53-4EAF-9434-A11934D5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29350" y="3361182"/>
            <a:ext cx="130969" cy="7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66" name="line-0752">
            <a:extLst xmlns:a="http://schemas.openxmlformats.org/drawingml/2006/main">
              <a:ext uri="{FF2B5EF4-FFF2-40B4-BE49-F238E27FC236}">
                <a16:creationId xmlns:a16="http://schemas.microsoft.com/office/drawing/2014/main" id="{724DFB79-C246-4ECA-9ACC-F63DE92A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60319" y="3361182"/>
            <a:ext cx="130969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67" name="line-0753">
            <a:extLst xmlns:a="http://schemas.openxmlformats.org/drawingml/2006/main">
              <a:ext uri="{FF2B5EF4-FFF2-40B4-BE49-F238E27FC236}">
                <a16:creationId xmlns:a16="http://schemas.microsoft.com/office/drawing/2014/main" id="{FAA3D98B-563C-481B-8F48-BF877B39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91288" y="3371088"/>
            <a:ext cx="130969" cy="49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68" name="line-0754">
            <a:extLst xmlns:a="http://schemas.openxmlformats.org/drawingml/2006/main">
              <a:ext uri="{FF2B5EF4-FFF2-40B4-BE49-F238E27FC236}">
                <a16:creationId xmlns:a16="http://schemas.microsoft.com/office/drawing/2014/main" id="{486705B3-7684-42B4-AEC8-236BB18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22256" y="3371088"/>
            <a:ext cx="130969" cy="29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69" name="line-0755">
            <a:extLst xmlns:a="http://schemas.openxmlformats.org/drawingml/2006/main">
              <a:ext uri="{FF2B5EF4-FFF2-40B4-BE49-F238E27FC236}">
                <a16:creationId xmlns:a16="http://schemas.microsoft.com/office/drawing/2014/main" id="{6D09AD8F-E43F-4D45-8F91-3DB6EAB0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29350" y="51149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70" name="line-0756">
            <a:extLst xmlns:a="http://schemas.openxmlformats.org/drawingml/2006/main">
              <a:ext uri="{FF2B5EF4-FFF2-40B4-BE49-F238E27FC236}">
                <a16:creationId xmlns:a16="http://schemas.microsoft.com/office/drawing/2014/main" id="{ADCD16AF-52C2-4B61-911A-90C882C2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29350" y="4619625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71" name="line-0757">
            <a:extLst xmlns:a="http://schemas.openxmlformats.org/drawingml/2006/main">
              <a:ext uri="{FF2B5EF4-FFF2-40B4-BE49-F238E27FC236}">
                <a16:creationId xmlns:a16="http://schemas.microsoft.com/office/drawing/2014/main" id="{1921BBB3-325D-4690-9483-75B34481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29350" y="4938032"/>
            <a:ext cx="130969" cy="106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72" name="line-0758">
            <a:extLst xmlns:a="http://schemas.openxmlformats.org/drawingml/2006/main">
              <a:ext uri="{FF2B5EF4-FFF2-40B4-BE49-F238E27FC236}">
                <a16:creationId xmlns:a16="http://schemas.microsoft.com/office/drawing/2014/main" id="{BA737774-F612-4E01-8D9D-84B3E3F2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60319" y="4655004"/>
            <a:ext cx="130969" cy="2830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73" name="line-0759">
            <a:extLst xmlns:a="http://schemas.openxmlformats.org/drawingml/2006/main">
              <a:ext uri="{FF2B5EF4-FFF2-40B4-BE49-F238E27FC236}">
                <a16:creationId xmlns:a16="http://schemas.microsoft.com/office/drawing/2014/main" id="{BCABBD0A-46FC-4D3C-878E-4456FB00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91288" y="4655004"/>
            <a:ext cx="130969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74" name="line-0760">
            <a:extLst xmlns:a="http://schemas.openxmlformats.org/drawingml/2006/main">
              <a:ext uri="{FF2B5EF4-FFF2-40B4-BE49-F238E27FC236}">
                <a16:creationId xmlns:a16="http://schemas.microsoft.com/office/drawing/2014/main" id="{3DED7C8D-4E9E-4023-AB58-86F49ED4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22256" y="4902654"/>
            <a:ext cx="130969" cy="127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75" name="line-0761">
            <a:extLst xmlns:a="http://schemas.openxmlformats.org/drawingml/2006/main">
              <a:ext uri="{FF2B5EF4-FFF2-40B4-BE49-F238E27FC236}">
                <a16:creationId xmlns:a16="http://schemas.microsoft.com/office/drawing/2014/main" id="{4289A277-2309-4964-875B-08752AA3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77050" y="363855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76" name="line-0762">
            <a:extLst xmlns:a="http://schemas.openxmlformats.org/drawingml/2006/main">
              <a:ext uri="{FF2B5EF4-FFF2-40B4-BE49-F238E27FC236}">
                <a16:creationId xmlns:a16="http://schemas.microsoft.com/office/drawing/2014/main" id="{7E0D356F-23D3-487B-82D5-6C81D0DE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77050" y="314325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77" name="line-0763">
            <a:extLst xmlns:a="http://schemas.openxmlformats.org/drawingml/2006/main">
              <a:ext uri="{FF2B5EF4-FFF2-40B4-BE49-F238E27FC236}">
                <a16:creationId xmlns:a16="http://schemas.microsoft.com/office/drawing/2014/main" id="{6585004B-815A-4A2E-9DEF-75695B63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77050" y="3390900"/>
            <a:ext cx="130969" cy="29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78" name="line-0764">
            <a:extLst xmlns:a="http://schemas.openxmlformats.org/drawingml/2006/main">
              <a:ext uri="{FF2B5EF4-FFF2-40B4-BE49-F238E27FC236}">
                <a16:creationId xmlns:a16="http://schemas.microsoft.com/office/drawing/2014/main" id="{CC84434E-3AA5-44A8-8E77-2C2FF399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8019" y="3390900"/>
            <a:ext cx="130969" cy="19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79" name="line-0765">
            <a:extLst xmlns:a="http://schemas.openxmlformats.org/drawingml/2006/main">
              <a:ext uri="{FF2B5EF4-FFF2-40B4-BE49-F238E27FC236}">
                <a16:creationId xmlns:a16="http://schemas.microsoft.com/office/drawing/2014/main" id="{ECE8A158-E3C7-4891-876D-A9FFEBB6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138988" y="3380994"/>
            <a:ext cx="130969" cy="29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80" name="line-0766">
            <a:extLst xmlns:a="http://schemas.openxmlformats.org/drawingml/2006/main">
              <a:ext uri="{FF2B5EF4-FFF2-40B4-BE49-F238E27FC236}">
                <a16:creationId xmlns:a16="http://schemas.microsoft.com/office/drawing/2014/main" id="{66CEA876-91B7-4A55-8049-9A8058A6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9956" y="3380994"/>
            <a:ext cx="130969" cy="19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14F33"/>
            </a:solidFill>
            <a:prstDash val="solid"/>
          </a:ln>
        </p:spPr>
      </p:sp>
      <p:sp>
        <p:nvSpPr>
          <p:cNvPr id="181" name="line-0767">
            <a:extLst xmlns:a="http://schemas.openxmlformats.org/drawingml/2006/main">
              <a:ext uri="{FF2B5EF4-FFF2-40B4-BE49-F238E27FC236}">
                <a16:creationId xmlns:a16="http://schemas.microsoft.com/office/drawing/2014/main" id="{7955616E-735C-4350-B9B2-06083C03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77050" y="51149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82" name="line-0768">
            <a:extLst xmlns:a="http://schemas.openxmlformats.org/drawingml/2006/main">
              <a:ext uri="{FF2B5EF4-FFF2-40B4-BE49-F238E27FC236}">
                <a16:creationId xmlns:a16="http://schemas.microsoft.com/office/drawing/2014/main" id="{BE3C5A65-5CBC-4C0C-A376-255A1D93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77050" y="4619625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83" name="line-0769">
            <a:extLst xmlns:a="http://schemas.openxmlformats.org/drawingml/2006/main">
              <a:ext uri="{FF2B5EF4-FFF2-40B4-BE49-F238E27FC236}">
                <a16:creationId xmlns:a16="http://schemas.microsoft.com/office/drawing/2014/main" id="{4E5EC360-F815-453A-87D7-B0638DDD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77050" y="4938032"/>
            <a:ext cx="130969" cy="106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84" name="line-0770">
            <a:extLst xmlns:a="http://schemas.openxmlformats.org/drawingml/2006/main">
              <a:ext uri="{FF2B5EF4-FFF2-40B4-BE49-F238E27FC236}">
                <a16:creationId xmlns:a16="http://schemas.microsoft.com/office/drawing/2014/main" id="{7E31F3B6-A4D7-4647-9D89-C6734128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8019" y="4655004"/>
            <a:ext cx="130969" cy="2830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85" name="line-0771">
            <a:extLst xmlns:a="http://schemas.openxmlformats.org/drawingml/2006/main">
              <a:ext uri="{FF2B5EF4-FFF2-40B4-BE49-F238E27FC236}">
                <a16:creationId xmlns:a16="http://schemas.microsoft.com/office/drawing/2014/main" id="{3C255DF8-8154-4BEC-9191-DC4E6745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38988" y="4655004"/>
            <a:ext cx="130969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86" name="line-0772">
            <a:extLst xmlns:a="http://schemas.openxmlformats.org/drawingml/2006/main">
              <a:ext uri="{FF2B5EF4-FFF2-40B4-BE49-F238E27FC236}">
                <a16:creationId xmlns:a16="http://schemas.microsoft.com/office/drawing/2014/main" id="{705FDACE-0FF2-42EC-8FB7-4EB66D14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69956" y="4902654"/>
            <a:ext cx="130969" cy="127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67A3A"/>
            </a:solidFill>
            <a:prstDash val="solid"/>
          </a:ln>
        </p:spPr>
      </p:sp>
      <p:sp>
        <p:nvSpPr>
          <p:cNvPr id="187" name="shape-0773">
            <a:extLst xmlns:a="http://schemas.openxmlformats.org/drawingml/2006/main">
              <a:ext uri="{FF2B5EF4-FFF2-40B4-BE49-F238E27FC236}">
                <a16:creationId xmlns:a16="http://schemas.microsoft.com/office/drawing/2014/main" id="{76910C13-45E2-4B68-941C-6A23D806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133350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8" name="text-0774">
            <a:extLst xmlns:a="http://schemas.openxmlformats.org/drawingml/2006/main">
              <a:ext uri="{FF2B5EF4-FFF2-40B4-BE49-F238E27FC236}">
                <a16:creationId xmlns:a16="http://schemas.microsoft.com/office/drawing/2014/main" id="{0F686170-B0AC-4E78-BB68-32C42881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连续同方向 B-like</a:t>
            </a:r>
          </a:p>
        </p:txBody>
      </p:sp>
      <p:pic>
        <p:nvPicPr>
          <p:cNvPr id="4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167c4fe8f48c7"/>
          <a:srcRect xmlns:a="http://schemas.openxmlformats.org/drawingml/2006/main" l="0" t="10051" r="0" b="100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809750"/>
            <a:ext cx="3381375" cy="457200"/>
          </a:xfrm>
          <a:prstGeom xmlns:a="http://schemas.openxmlformats.org/drawingml/2006/main" prst="rect">
            <a:avLst/>
          </a:prstGeom>
        </p:spPr>
      </p:pic>
      <p:sp>
        <p:nvSpPr>
          <p:cNvPr id="190" name="shape-0775">
            <a:extLst xmlns:a="http://schemas.openxmlformats.org/drawingml/2006/main">
              <a:ext uri="{FF2B5EF4-FFF2-40B4-BE49-F238E27FC236}">
                <a16:creationId xmlns:a16="http://schemas.microsoft.com/office/drawing/2014/main" id="{857C61D1-E1EA-437D-94E3-AD72F005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18097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91" name="shape-0776">
            <a:extLst xmlns:a="http://schemas.openxmlformats.org/drawingml/2006/main">
              <a:ext uri="{FF2B5EF4-FFF2-40B4-BE49-F238E27FC236}">
                <a16:creationId xmlns:a16="http://schemas.microsoft.com/office/drawing/2014/main" id="{AECDBD4F-2E8C-4870-A58B-CEE05685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18097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A3A"/>
            </a:solidFill>
            <a:prstDash val="solid"/>
          </a:ln>
        </p:spPr>
      </p:sp>
      <p:sp>
        <p:nvSpPr>
          <p:cNvPr id="192" name="shape-0777">
            <a:extLst xmlns:a="http://schemas.openxmlformats.org/drawingml/2006/main">
              <a:ext uri="{FF2B5EF4-FFF2-40B4-BE49-F238E27FC236}">
                <a16:creationId xmlns:a16="http://schemas.microsoft.com/office/drawing/2014/main" id="{F85CA68F-2333-4BFD-AFBD-94F7E13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18097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A3A"/>
            </a:solidFill>
            <a:prstDash val="solid"/>
          </a:ln>
        </p:spPr>
      </p:sp>
      <p:sp>
        <p:nvSpPr>
          <p:cNvPr id="193" name="text-0778">
            <a:extLst xmlns:a="http://schemas.openxmlformats.org/drawingml/2006/main">
              <a:ext uri="{FF2B5EF4-FFF2-40B4-BE49-F238E27FC236}">
                <a16:creationId xmlns:a16="http://schemas.microsoft.com/office/drawing/2014/main" id="{CAF823D9-3867-469B-84E8-F89A492A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A-like 区段</a:t>
            </a:r>
          </a:p>
        </p:txBody>
      </p:sp>
      <p:sp>
        <p:nvSpPr>
          <p:cNvPr id="194" name="text-0779">
            <a:extLst xmlns:a="http://schemas.openxmlformats.org/drawingml/2006/main">
              <a:ext uri="{FF2B5EF4-FFF2-40B4-BE49-F238E27FC236}">
                <a16:creationId xmlns:a16="http://schemas.microsoft.com/office/drawing/2014/main" id="{C0F71B85-AAE4-42CA-BD32-1EEB9DC9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383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B-like 区段</a:t>
            </a:r>
          </a:p>
        </p:txBody>
      </p:sp>
      <p:sp>
        <p:nvSpPr>
          <p:cNvPr id="195" name="text-0780">
            <a:extLst xmlns:a="http://schemas.openxmlformats.org/drawingml/2006/main">
              <a:ext uri="{FF2B5EF4-FFF2-40B4-BE49-F238E27FC236}">
                <a16:creationId xmlns:a16="http://schemas.microsoft.com/office/drawing/2014/main" id="{275D39FF-76D4-4234-B640-94DA64DF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383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B-like 区段</a:t>
            </a:r>
          </a:p>
        </p:txBody>
      </p:sp>
      <p:sp>
        <p:nvSpPr>
          <p:cNvPr id="196" name="text-0781">
            <a:extLst xmlns:a="http://schemas.openxmlformats.org/drawingml/2006/main">
              <a:ext uri="{FF2B5EF4-FFF2-40B4-BE49-F238E27FC236}">
                <a16:creationId xmlns:a16="http://schemas.microsoft.com/office/drawing/2014/main" id="{A652D0EA-E010-427B-9F79-6AF2A3DF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86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传播模式</a:t>
            </a:r>
          </a:p>
        </p:txBody>
      </p:sp>
      <p:sp>
        <p:nvSpPr>
          <p:cNvPr id="197" name="line-0782">
            <a:extLst xmlns:a="http://schemas.openxmlformats.org/drawingml/2006/main">
              <a:ext uri="{FF2B5EF4-FFF2-40B4-BE49-F238E27FC236}">
                <a16:creationId xmlns:a16="http://schemas.microsoft.com/office/drawing/2014/main" id="{3C127574-6DE1-49ED-8850-E1DF8B6E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3413125"/>
            <a:ext cx="3143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98" name="line-0783">
            <a:extLst xmlns:a="http://schemas.openxmlformats.org/drawingml/2006/main">
              <a:ext uri="{FF2B5EF4-FFF2-40B4-BE49-F238E27FC236}">
                <a16:creationId xmlns:a16="http://schemas.microsoft.com/office/drawing/2014/main" id="{C4DBA854-14E5-4864-BE55-67571B0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4492625"/>
            <a:ext cx="39290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199" name="line-0784">
            <a:extLst xmlns:a="http://schemas.openxmlformats.org/drawingml/2006/main">
              <a:ext uri="{FF2B5EF4-FFF2-40B4-BE49-F238E27FC236}">
                <a16:creationId xmlns:a16="http://schemas.microsoft.com/office/drawing/2014/main" id="{4EB1B089-B552-4DF2-B1D9-643BA6F0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27281" y="4492625"/>
            <a:ext cx="39290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200" name="line-0785">
            <a:extLst xmlns:a="http://schemas.openxmlformats.org/drawingml/2006/main">
              <a:ext uri="{FF2B5EF4-FFF2-40B4-BE49-F238E27FC236}">
                <a16:creationId xmlns:a16="http://schemas.microsoft.com/office/drawing/2014/main" id="{3FD924EF-E9BD-429F-AF6A-DAE5A87E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20188" y="4492625"/>
            <a:ext cx="39290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201" name="line-0786">
            <a:extLst xmlns:a="http://schemas.openxmlformats.org/drawingml/2006/main">
              <a:ext uri="{FF2B5EF4-FFF2-40B4-BE49-F238E27FC236}">
                <a16:creationId xmlns:a16="http://schemas.microsoft.com/office/drawing/2014/main" id="{E4D3CDE6-5C67-43C0-81D7-A4C7C771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13094" y="4492625"/>
            <a:ext cx="39290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202" name="line-0787">
            <a:extLst xmlns:a="http://schemas.openxmlformats.org/drawingml/2006/main">
              <a:ext uri="{FF2B5EF4-FFF2-40B4-BE49-F238E27FC236}">
                <a16:creationId xmlns:a16="http://schemas.microsoft.com/office/drawing/2014/main" id="{9E263626-41C9-4376-823A-18DDE43F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06000" y="3413125"/>
            <a:ext cx="953" cy="107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203" name="line-0788">
            <a:extLst xmlns:a="http://schemas.openxmlformats.org/drawingml/2006/main">
              <a:ext uri="{FF2B5EF4-FFF2-40B4-BE49-F238E27FC236}">
                <a16:creationId xmlns:a16="http://schemas.microsoft.com/office/drawing/2014/main" id="{DA6A09A0-F0C8-4E51-BCEE-97DB96CA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3413125"/>
            <a:ext cx="39290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204" name="line-0789">
            <a:extLst xmlns:a="http://schemas.openxmlformats.org/drawingml/2006/main">
              <a:ext uri="{FF2B5EF4-FFF2-40B4-BE49-F238E27FC236}">
                <a16:creationId xmlns:a16="http://schemas.microsoft.com/office/drawing/2014/main" id="{A1B48B8E-94CF-43FF-BE18-C74B190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98906" y="3413125"/>
            <a:ext cx="39290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205" name="line-0790">
            <a:extLst xmlns:a="http://schemas.openxmlformats.org/drawingml/2006/main">
              <a:ext uri="{FF2B5EF4-FFF2-40B4-BE49-F238E27FC236}">
                <a16:creationId xmlns:a16="http://schemas.microsoft.com/office/drawing/2014/main" id="{7376C790-7AA7-40CE-98D1-7A742920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91813" y="3413125"/>
            <a:ext cx="39290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206" name="line-0791">
            <a:extLst xmlns:a="http://schemas.openxmlformats.org/drawingml/2006/main">
              <a:ext uri="{FF2B5EF4-FFF2-40B4-BE49-F238E27FC236}">
                <a16:creationId xmlns:a16="http://schemas.microsoft.com/office/drawing/2014/main" id="{645C0FC3-43CF-4063-AF9F-8A3A98D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84719" y="3413125"/>
            <a:ext cx="39290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A3A"/>
            </a:solidFill>
            <a:prstDash val="solid"/>
          </a:ln>
        </p:spPr>
      </p:sp>
      <p:sp>
        <p:nvSpPr>
          <p:cNvPr id="207" name="text-0792">
            <a:extLst xmlns:a="http://schemas.openxmlformats.org/drawingml/2006/main">
              <a:ext uri="{FF2B5EF4-FFF2-40B4-BE49-F238E27FC236}">
                <a16:creationId xmlns:a16="http://schemas.microsoft.com/office/drawing/2014/main" id="{D91ABF86-BDF0-46BA-9053-66C7BE1E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较老侧 lag = −4</a:t>
            </a:r>
          </a:p>
        </p:txBody>
      </p:sp>
      <p:sp>
        <p:nvSpPr>
          <p:cNvPr id="208" name="text-0793">
            <a:extLst xmlns:a="http://schemas.openxmlformats.org/drawingml/2006/main">
              <a:ext uri="{FF2B5EF4-FFF2-40B4-BE49-F238E27FC236}">
                <a16:creationId xmlns:a16="http://schemas.microsoft.com/office/drawing/2014/main" id="{B6DC0385-1CBF-45FD-AA16-1DAD4132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05375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较新侧 lag = 0</a:t>
            </a:r>
          </a:p>
        </p:txBody>
      </p:sp>
      <p:sp>
        <p:nvSpPr>
          <p:cNvPr id="209" name="shape-0794">
            <a:extLst xmlns:a="http://schemas.openxmlformats.org/drawingml/2006/main">
              <a:ext uri="{FF2B5EF4-FFF2-40B4-BE49-F238E27FC236}">
                <a16:creationId xmlns:a16="http://schemas.microsoft.com/office/drawing/2014/main" id="{2D9E2C25-B893-4CEF-83EF-40A39CD9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5191125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EE7"/>
          </a:solidFill>
          <a:ln xmlns:a="http://schemas.openxmlformats.org/drawingml/2006/main" w="9525">
            <a:solidFill>
              <a:srgbClr val="C8C6BA"/>
            </a:solidFill>
            <a:prstDash val="solid"/>
          </a:ln>
        </p:spPr>
      </p:sp>
      <p:sp>
        <p:nvSpPr>
          <p:cNvPr id="210" name="text-0795">
            <a:extLst xmlns:a="http://schemas.openxmlformats.org/drawingml/2006/main">
              <a:ext uri="{FF2B5EF4-FFF2-40B4-BE49-F238E27FC236}">
                <a16:creationId xmlns:a16="http://schemas.microsoft.com/office/drawing/2014/main" id="{6F34398E-66D6-46FC-B611-3A719EF2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2387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主导 lag = −4</a:t>
            </a:r>
          </a:p>
        </p:txBody>
      </p:sp>
      <p:sp>
        <p:nvSpPr>
          <p:cNvPr id="211" name="shape-0796">
            <a:extLst xmlns:a="http://schemas.openxmlformats.org/drawingml/2006/main">
              <a:ext uri="{FF2B5EF4-FFF2-40B4-BE49-F238E27FC236}">
                <a16:creationId xmlns:a16="http://schemas.microsoft.com/office/drawing/2014/main" id="{4F2A0A05-50B5-41C9-9C47-6F442E3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5715000"/>
            <a:ext cx="76200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C6BA"/>
            </a:solidFill>
            <a:prstDash val="solid"/>
          </a:ln>
        </p:spPr>
      </p:sp>
      <p:sp>
        <p:nvSpPr>
          <p:cNvPr id="212" name="text-0797">
            <a:extLst xmlns:a="http://schemas.openxmlformats.org/drawingml/2006/main">
              <a:ext uri="{FF2B5EF4-FFF2-40B4-BE49-F238E27FC236}">
                <a16:creationId xmlns:a16="http://schemas.microsoft.com/office/drawing/2014/main" id="{4F0AAA78-780E-4286-A35B-B81848AC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578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报警输出：</a:t>
            </a:r>
          </a:p>
        </p:txBody>
      </p:sp>
      <p:sp>
        <p:nvSpPr>
          <p:cNvPr id="213" name="text-0798">
            <a:extLst xmlns:a="http://schemas.openxmlformats.org/drawingml/2006/main">
              <a:ext uri="{FF2B5EF4-FFF2-40B4-BE49-F238E27FC236}">
                <a16:creationId xmlns:a16="http://schemas.microsoft.com/office/drawing/2014/main" id="{126A8563-4C58-4FFD-B408-40636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整体基线   ·   问题区段   ·   propagation pattern</a:t>
            </a:r>
          </a:p>
        </p:txBody>
      </p:sp>
    </p:spTree>
    <p:extLst>
      <p:ext uri="{BB962C8B-B14F-4D97-AF65-F5344CB8AC3E}">
        <p14:creationId xmlns:p14="http://schemas.microsoft.com/office/powerpoint/2010/main" val="417885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ca11f01074b8f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61937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shape-0799">
            <a:extLst xmlns:a="http://schemas.openxmlformats.org/drawingml/2006/main">
              <a:ext uri="{FF2B5EF4-FFF2-40B4-BE49-F238E27FC236}">
                <a16:creationId xmlns:a16="http://schemas.microsoft.com/office/drawing/2014/main" id="{99D219CE-A688-4F1E-A718-76A9F81D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91250"/>
            <a:ext cx="409575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E7DE"/>
          </a:solidFill>
          <a:ln xmlns:a="http://schemas.openxmlformats.org/drawingml/2006/main" w="1905">
            <a:solidFill>
              <a:srgbClr val="E5E7DE"/>
            </a:solidFill>
            <a:prstDash val="solid"/>
          </a:ln>
        </p:spPr>
      </p:sp>
      <p:sp>
        <p:nvSpPr>
          <p:cNvPr id="3" name="shape-0800">
            <a:extLst xmlns:a="http://schemas.openxmlformats.org/drawingml/2006/main">
              <a:ext uri="{FF2B5EF4-FFF2-40B4-BE49-F238E27FC236}">
                <a16:creationId xmlns:a16="http://schemas.microsoft.com/office/drawing/2014/main" id="{2E5E55DD-3833-46F6-865D-C4860E16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143625"/>
            <a:ext cx="5810250" cy="714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CE9E0"/>
          </a:solidFill>
          <a:ln xmlns:a="http://schemas.openxmlformats.org/drawingml/2006/main" w="1905">
            <a:solidFill>
              <a:srgbClr val="ECE9E0"/>
            </a:solidFill>
            <a:prstDash val="solid"/>
          </a:ln>
        </p:spPr>
      </p:sp>
      <p:sp>
        <p:nvSpPr>
          <p:cNvPr id="4" name="shape-0801">
            <a:extLst xmlns:a="http://schemas.openxmlformats.org/drawingml/2006/main">
              <a:ext uri="{FF2B5EF4-FFF2-40B4-BE49-F238E27FC236}">
                <a16:creationId xmlns:a16="http://schemas.microsoft.com/office/drawing/2014/main" id="{D45DAB3A-BF2D-41CA-A7CA-94BE4358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191250"/>
            <a:ext cx="457200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E4DA"/>
          </a:solidFill>
          <a:ln xmlns:a="http://schemas.openxmlformats.org/drawingml/2006/main" w="1905">
            <a:solidFill>
              <a:srgbClr val="E1E4DA"/>
            </a:solidFill>
            <a:prstDash val="solid"/>
          </a:ln>
        </p:spPr>
      </p:sp>
      <p:sp>
        <p:nvSpPr>
          <p:cNvPr id="5" name="line-0802">
            <a:extLst xmlns:a="http://schemas.openxmlformats.org/drawingml/2006/main">
              <a:ext uri="{FF2B5EF4-FFF2-40B4-BE49-F238E27FC236}">
                <a16:creationId xmlns:a16="http://schemas.microsoft.com/office/drawing/2014/main" id="{53DF5E19-E97E-4769-AD81-FE4A3BD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6667500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" name="shape-0803">
            <a:extLst xmlns:a="http://schemas.openxmlformats.org/drawingml/2006/main">
              <a:ext uri="{FF2B5EF4-FFF2-40B4-BE49-F238E27FC236}">
                <a16:creationId xmlns:a16="http://schemas.microsoft.com/office/drawing/2014/main" id="{D022A668-0917-4EB3-802F-5AB92255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" y="6646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" name="line-0804">
            <a:extLst xmlns:a="http://schemas.openxmlformats.org/drawingml/2006/main">
              <a:ext uri="{FF2B5EF4-FFF2-40B4-BE49-F238E27FC236}">
                <a16:creationId xmlns:a16="http://schemas.microsoft.com/office/drawing/2014/main" id="{95C991E8-F879-448A-AEEB-7579E15B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5055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8" name="shape-0805">
            <a:extLst xmlns:a="http://schemas.openxmlformats.org/drawingml/2006/main">
              <a:ext uri="{FF2B5EF4-FFF2-40B4-BE49-F238E27FC236}">
                <a16:creationId xmlns:a16="http://schemas.microsoft.com/office/drawing/2014/main" id="{39BE2EA6-20DD-4513-AA8B-DB43E84B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" y="64941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9" name="line-0806">
            <a:extLst xmlns:a="http://schemas.openxmlformats.org/drawingml/2006/main">
              <a:ext uri="{FF2B5EF4-FFF2-40B4-BE49-F238E27FC236}">
                <a16:creationId xmlns:a16="http://schemas.microsoft.com/office/drawing/2014/main" id="{5E9CC9F6-2651-4F5E-BD42-BEF4ACF5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6343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0" name="shape-0807">
            <a:extLst xmlns:a="http://schemas.openxmlformats.org/drawingml/2006/main">
              <a:ext uri="{FF2B5EF4-FFF2-40B4-BE49-F238E27FC236}">
                <a16:creationId xmlns:a16="http://schemas.microsoft.com/office/drawing/2014/main" id="{6F27A53E-5020-4E06-9C03-360DB1B0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" y="63322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1" name="line-0808">
            <a:extLst xmlns:a="http://schemas.openxmlformats.org/drawingml/2006/main">
              <a:ext uri="{FF2B5EF4-FFF2-40B4-BE49-F238E27FC236}">
                <a16:creationId xmlns:a16="http://schemas.microsoft.com/office/drawing/2014/main" id="{D71AB14C-D2E8-472D-A0AC-1CD406C0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61817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2" name="shape-0809">
            <a:extLst xmlns:a="http://schemas.openxmlformats.org/drawingml/2006/main">
              <a:ext uri="{FF2B5EF4-FFF2-40B4-BE49-F238E27FC236}">
                <a16:creationId xmlns:a16="http://schemas.microsoft.com/office/drawing/2014/main" id="{5230628F-E2DC-4A63-8151-1E44500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" y="6170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3" name="line-0810">
            <a:extLst xmlns:a="http://schemas.openxmlformats.org/drawingml/2006/main">
              <a:ext uri="{FF2B5EF4-FFF2-40B4-BE49-F238E27FC236}">
                <a16:creationId xmlns:a16="http://schemas.microsoft.com/office/drawing/2014/main" id="{F863A481-C063-4A0E-A932-80F43B5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6534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4" name="shape-0811">
            <a:extLst xmlns:a="http://schemas.openxmlformats.org/drawingml/2006/main">
              <a:ext uri="{FF2B5EF4-FFF2-40B4-BE49-F238E27FC236}">
                <a16:creationId xmlns:a16="http://schemas.microsoft.com/office/drawing/2014/main" id="{8ECA86CF-C0AD-4288-9E71-4828C0B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65227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5" name="line-0812">
            <a:extLst xmlns:a="http://schemas.openxmlformats.org/drawingml/2006/main">
              <a:ext uri="{FF2B5EF4-FFF2-40B4-BE49-F238E27FC236}">
                <a16:creationId xmlns:a16="http://schemas.microsoft.com/office/drawing/2014/main" id="{14827B12-B5D7-48BD-85AE-C46ACDDA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6372225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6" name="shape-0813">
            <a:extLst xmlns:a="http://schemas.openxmlformats.org/drawingml/2006/main">
              <a:ext uri="{FF2B5EF4-FFF2-40B4-BE49-F238E27FC236}">
                <a16:creationId xmlns:a16="http://schemas.microsoft.com/office/drawing/2014/main" id="{8D42320D-3765-40AF-8725-76A34D70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545" y="63512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" name="line-0814">
            <a:extLst xmlns:a="http://schemas.openxmlformats.org/drawingml/2006/main">
              <a:ext uri="{FF2B5EF4-FFF2-40B4-BE49-F238E27FC236}">
                <a16:creationId xmlns:a16="http://schemas.microsoft.com/office/drawing/2014/main" id="{CF0E8EF7-BF69-4646-9665-C303DF28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621030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8" name="shape-0815">
            <a:extLst xmlns:a="http://schemas.openxmlformats.org/drawingml/2006/main">
              <a:ext uri="{FF2B5EF4-FFF2-40B4-BE49-F238E27FC236}">
                <a16:creationId xmlns:a16="http://schemas.microsoft.com/office/drawing/2014/main" id="{EE3965D7-CAD2-4C25-B7A3-E9A7B5DE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61988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9" name="line-0816">
            <a:extLst xmlns:a="http://schemas.openxmlformats.org/drawingml/2006/main">
              <a:ext uri="{FF2B5EF4-FFF2-40B4-BE49-F238E27FC236}">
                <a16:creationId xmlns:a16="http://schemas.microsoft.com/office/drawing/2014/main" id="{390E09C0-33E8-4040-AFEC-CE3D96D1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65627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0" name="shape-0817">
            <a:extLst xmlns:a="http://schemas.openxmlformats.org/drawingml/2006/main">
              <a:ext uri="{FF2B5EF4-FFF2-40B4-BE49-F238E27FC236}">
                <a16:creationId xmlns:a16="http://schemas.microsoft.com/office/drawing/2014/main" id="{99F0FE8D-03C4-4B3F-AFC2-AAC16CCF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6551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1" name="line-0818">
            <a:extLst xmlns:a="http://schemas.openxmlformats.org/drawingml/2006/main">
              <a:ext uri="{FF2B5EF4-FFF2-40B4-BE49-F238E27FC236}">
                <a16:creationId xmlns:a16="http://schemas.microsoft.com/office/drawing/2014/main" id="{85A612AB-288E-4D30-BF29-D1056F8B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64008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" name="shape-0819">
            <a:extLst xmlns:a="http://schemas.openxmlformats.org/drawingml/2006/main">
              <a:ext uri="{FF2B5EF4-FFF2-40B4-BE49-F238E27FC236}">
                <a16:creationId xmlns:a16="http://schemas.microsoft.com/office/drawing/2014/main" id="{D9B212A2-1CB2-4D79-BBDA-F4613C5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920" y="63893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3" name="line-0820">
            <a:extLst xmlns:a="http://schemas.openxmlformats.org/drawingml/2006/main">
              <a:ext uri="{FF2B5EF4-FFF2-40B4-BE49-F238E27FC236}">
                <a16:creationId xmlns:a16="http://schemas.microsoft.com/office/drawing/2014/main" id="{A29B3BF8-7143-47E7-834E-710846A1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62388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" name="shape-0821">
            <a:extLst xmlns:a="http://schemas.openxmlformats.org/drawingml/2006/main">
              <a:ext uri="{FF2B5EF4-FFF2-40B4-BE49-F238E27FC236}">
                <a16:creationId xmlns:a16="http://schemas.microsoft.com/office/drawing/2014/main" id="{B55A3F43-6F8C-43F5-B2EF-199DC153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0" y="6227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5" name="line-0822">
            <a:extLst xmlns:a="http://schemas.openxmlformats.org/drawingml/2006/main">
              <a:ext uri="{FF2B5EF4-FFF2-40B4-BE49-F238E27FC236}">
                <a16:creationId xmlns:a16="http://schemas.microsoft.com/office/drawing/2014/main" id="{A4E12DE3-7476-49E9-9099-CA86AF60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6591300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6" name="shape-0823">
            <a:extLst xmlns:a="http://schemas.openxmlformats.org/drawingml/2006/main">
              <a:ext uri="{FF2B5EF4-FFF2-40B4-BE49-F238E27FC236}">
                <a16:creationId xmlns:a16="http://schemas.microsoft.com/office/drawing/2014/main" id="{F3E4A245-5422-4124-9A56-98BC451A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65703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7" name="line-0824">
            <a:extLst xmlns:a="http://schemas.openxmlformats.org/drawingml/2006/main">
              <a:ext uri="{FF2B5EF4-FFF2-40B4-BE49-F238E27FC236}">
                <a16:creationId xmlns:a16="http://schemas.microsoft.com/office/drawing/2014/main" id="{965D8AA2-254E-45CD-BE55-354B7960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64293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" name="shape-0825">
            <a:extLst xmlns:a="http://schemas.openxmlformats.org/drawingml/2006/main">
              <a:ext uri="{FF2B5EF4-FFF2-40B4-BE49-F238E27FC236}">
                <a16:creationId xmlns:a16="http://schemas.microsoft.com/office/drawing/2014/main" id="{9351B68E-B15C-4B9E-87F2-9A379A0E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4179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9" name="line-0826">
            <a:extLst xmlns:a="http://schemas.openxmlformats.org/drawingml/2006/main">
              <a:ext uri="{FF2B5EF4-FFF2-40B4-BE49-F238E27FC236}">
                <a16:creationId xmlns:a16="http://schemas.microsoft.com/office/drawing/2014/main" id="{6217DC3F-5DB3-4278-9059-6570C09D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26745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" name="shape-0827">
            <a:extLst xmlns:a="http://schemas.openxmlformats.org/drawingml/2006/main">
              <a:ext uri="{FF2B5EF4-FFF2-40B4-BE49-F238E27FC236}">
                <a16:creationId xmlns:a16="http://schemas.microsoft.com/office/drawing/2014/main" id="{F96EE911-4CE7-4375-AA7F-29E776BD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720" y="6256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1" name="line-0828">
            <a:extLst xmlns:a="http://schemas.openxmlformats.org/drawingml/2006/main">
              <a:ext uri="{FF2B5EF4-FFF2-40B4-BE49-F238E27FC236}">
                <a16:creationId xmlns:a16="http://schemas.microsoft.com/office/drawing/2014/main" id="{31E60F18-40CB-41BA-977A-E000EA4B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91100" y="661987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" name="shape-0829">
            <a:extLst xmlns:a="http://schemas.openxmlformats.org/drawingml/2006/main">
              <a:ext uri="{FF2B5EF4-FFF2-40B4-BE49-F238E27FC236}">
                <a16:creationId xmlns:a16="http://schemas.microsoft.com/office/drawing/2014/main" id="{ED2175B5-6515-4FB1-A3E6-FBC5D419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670" y="6608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3" name="line-0830">
            <a:extLst xmlns:a="http://schemas.openxmlformats.org/drawingml/2006/main">
              <a:ext uri="{FF2B5EF4-FFF2-40B4-BE49-F238E27FC236}">
                <a16:creationId xmlns:a16="http://schemas.microsoft.com/office/drawing/2014/main" id="{47A739FC-5735-4441-8831-7554463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6457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" name="shape-0831">
            <a:extLst xmlns:a="http://schemas.openxmlformats.org/drawingml/2006/main">
              <a:ext uri="{FF2B5EF4-FFF2-40B4-BE49-F238E27FC236}">
                <a16:creationId xmlns:a16="http://schemas.microsoft.com/office/drawing/2014/main" id="{697F18A1-4AD3-4C69-ABF1-8BF7369E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620" y="64465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5" name="line-0832">
            <a:extLst xmlns:a="http://schemas.openxmlformats.org/drawingml/2006/main">
              <a:ext uri="{FF2B5EF4-FFF2-40B4-BE49-F238E27FC236}">
                <a16:creationId xmlns:a16="http://schemas.microsoft.com/office/drawing/2014/main" id="{5A5B4F13-801F-4F37-BF14-DE42CB3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6296025"/>
            <a:ext cx="953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36" name="shape-0833">
            <a:extLst xmlns:a="http://schemas.openxmlformats.org/drawingml/2006/main">
              <a:ext uri="{FF2B5EF4-FFF2-40B4-BE49-F238E27FC236}">
                <a16:creationId xmlns:a16="http://schemas.microsoft.com/office/drawing/2014/main" id="{956CE2A1-48F5-4D36-A46E-40B44CE4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045" y="6275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7" name="line-0834">
            <a:extLst xmlns:a="http://schemas.openxmlformats.org/drawingml/2006/main">
              <a:ext uri="{FF2B5EF4-FFF2-40B4-BE49-F238E27FC236}">
                <a16:creationId xmlns:a16="http://schemas.microsoft.com/office/drawing/2014/main" id="{4234E87D-5327-4D8A-8CA4-1D21EFA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66484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" name="shape-0835">
            <a:extLst xmlns:a="http://schemas.openxmlformats.org/drawingml/2006/main">
              <a:ext uri="{FF2B5EF4-FFF2-40B4-BE49-F238E27FC236}">
                <a16:creationId xmlns:a16="http://schemas.microsoft.com/office/drawing/2014/main" id="{51BDEF4D-8333-43B3-9336-04018B07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520" y="6637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9" name="line-0836">
            <a:extLst xmlns:a="http://schemas.openxmlformats.org/drawingml/2006/main">
              <a:ext uri="{FF2B5EF4-FFF2-40B4-BE49-F238E27FC236}">
                <a16:creationId xmlns:a16="http://schemas.microsoft.com/office/drawing/2014/main" id="{CADF7241-C628-4383-BCAF-9325AD05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64865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" name="shape-0837">
            <a:extLst xmlns:a="http://schemas.openxmlformats.org/drawingml/2006/main">
              <a:ext uri="{FF2B5EF4-FFF2-40B4-BE49-F238E27FC236}">
                <a16:creationId xmlns:a16="http://schemas.microsoft.com/office/drawing/2014/main" id="{BF483295-30C2-49A2-B9F8-9806F8CA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470" y="64750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1" name="line-0838">
            <a:extLst xmlns:a="http://schemas.openxmlformats.org/drawingml/2006/main">
              <a:ext uri="{FF2B5EF4-FFF2-40B4-BE49-F238E27FC236}">
                <a16:creationId xmlns:a16="http://schemas.microsoft.com/office/drawing/2014/main" id="{5424A19E-CF53-4D84-B6D9-3F98A862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6324600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" name="shape-0839">
            <a:extLst xmlns:a="http://schemas.openxmlformats.org/drawingml/2006/main">
              <a:ext uri="{FF2B5EF4-FFF2-40B4-BE49-F238E27FC236}">
                <a16:creationId xmlns:a16="http://schemas.microsoft.com/office/drawing/2014/main" id="{2FCBA08D-ADA4-47B6-B54C-A0656A1A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63131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3" name="line-0840">
            <a:extLst xmlns:a="http://schemas.openxmlformats.org/drawingml/2006/main">
              <a:ext uri="{FF2B5EF4-FFF2-40B4-BE49-F238E27FC236}">
                <a16:creationId xmlns:a16="http://schemas.microsoft.com/office/drawing/2014/main" id="{646F95C8-5B13-4759-8C48-C3ECF115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6162675"/>
            <a:ext cx="953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4" name="shape-0841">
            <a:extLst xmlns:a="http://schemas.openxmlformats.org/drawingml/2006/main">
              <a:ext uri="{FF2B5EF4-FFF2-40B4-BE49-F238E27FC236}">
                <a16:creationId xmlns:a16="http://schemas.microsoft.com/office/drawing/2014/main" id="{A53FD9F3-8195-4E0B-AB36-BDFA863C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370" y="6151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5" name="line-0842">
            <a:extLst xmlns:a="http://schemas.openxmlformats.org/drawingml/2006/main">
              <a:ext uri="{FF2B5EF4-FFF2-40B4-BE49-F238E27FC236}">
                <a16:creationId xmlns:a16="http://schemas.microsoft.com/office/drawing/2014/main" id="{30B36DCA-9F78-4E04-821F-07CD6229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515100"/>
            <a:ext cx="953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46" name="shape-0843">
            <a:extLst xmlns:a="http://schemas.openxmlformats.org/drawingml/2006/main">
              <a:ext uri="{FF2B5EF4-FFF2-40B4-BE49-F238E27FC236}">
                <a16:creationId xmlns:a16="http://schemas.microsoft.com/office/drawing/2014/main" id="{E2DFCBC1-861C-4D0C-AC8A-F6951839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795" y="6494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47" name="line-0844">
            <a:extLst xmlns:a="http://schemas.openxmlformats.org/drawingml/2006/main">
              <a:ext uri="{FF2B5EF4-FFF2-40B4-BE49-F238E27FC236}">
                <a16:creationId xmlns:a16="http://schemas.microsoft.com/office/drawing/2014/main" id="{CE17D0EB-5586-4291-9315-5B2F9215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3531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8" name="shape-0845">
            <a:extLst xmlns:a="http://schemas.openxmlformats.org/drawingml/2006/main">
              <a:ext uri="{FF2B5EF4-FFF2-40B4-BE49-F238E27FC236}">
                <a16:creationId xmlns:a16="http://schemas.microsoft.com/office/drawing/2014/main" id="{090F92BF-985D-4D5C-AAE3-5E2EEC0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270" y="63417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9" name="line-0846">
            <a:extLst xmlns:a="http://schemas.openxmlformats.org/drawingml/2006/main">
              <a:ext uri="{FF2B5EF4-FFF2-40B4-BE49-F238E27FC236}">
                <a16:creationId xmlns:a16="http://schemas.microsoft.com/office/drawing/2014/main" id="{D7CCD55B-F83C-4555-B287-5FB85AEC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48650" y="61912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0" name="shape-0847">
            <a:extLst xmlns:a="http://schemas.openxmlformats.org/drawingml/2006/main">
              <a:ext uri="{FF2B5EF4-FFF2-40B4-BE49-F238E27FC236}">
                <a16:creationId xmlns:a16="http://schemas.microsoft.com/office/drawing/2014/main" id="{11737884-B444-4A0A-A619-6187933A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220" y="6179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1" name="line-0848">
            <a:extLst xmlns:a="http://schemas.openxmlformats.org/drawingml/2006/main">
              <a:ext uri="{FF2B5EF4-FFF2-40B4-BE49-F238E27FC236}">
                <a16:creationId xmlns:a16="http://schemas.microsoft.com/office/drawing/2014/main" id="{5AC9C963-D0CE-424D-A7B9-18467EF2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654367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2" name="shape-0849">
            <a:extLst xmlns:a="http://schemas.openxmlformats.org/drawingml/2006/main">
              <a:ext uri="{FF2B5EF4-FFF2-40B4-BE49-F238E27FC236}">
                <a16:creationId xmlns:a16="http://schemas.microsoft.com/office/drawing/2014/main" id="{E8577642-D69D-4B2D-B54E-782B479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170" y="6532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3" name="line-0850">
            <a:extLst xmlns:a="http://schemas.openxmlformats.org/drawingml/2006/main">
              <a:ext uri="{FF2B5EF4-FFF2-40B4-BE49-F238E27FC236}">
                <a16:creationId xmlns:a16="http://schemas.microsoft.com/office/drawing/2014/main" id="{5C0AF2EE-501A-43C4-BFBB-DF685594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72550" y="63817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4" name="shape-0851">
            <a:extLst xmlns:a="http://schemas.openxmlformats.org/drawingml/2006/main">
              <a:ext uri="{FF2B5EF4-FFF2-40B4-BE49-F238E27FC236}">
                <a16:creationId xmlns:a16="http://schemas.microsoft.com/office/drawing/2014/main" id="{251DA7A5-4BD9-4203-81F1-10D46E2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120" y="63703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5" name="line-0852">
            <a:extLst xmlns:a="http://schemas.openxmlformats.org/drawingml/2006/main">
              <a:ext uri="{FF2B5EF4-FFF2-40B4-BE49-F238E27FC236}">
                <a16:creationId xmlns:a16="http://schemas.microsoft.com/office/drawing/2014/main" id="{8B7F7640-A955-489B-971F-B8B1D5B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62198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56" name="shape-0853">
            <a:extLst xmlns:a="http://schemas.openxmlformats.org/drawingml/2006/main">
              <a:ext uri="{FF2B5EF4-FFF2-40B4-BE49-F238E27FC236}">
                <a16:creationId xmlns:a16="http://schemas.microsoft.com/office/drawing/2014/main" id="{007613AB-216C-4AB0-8B39-1E447689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3545" y="61988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57" name="line-0854">
            <a:extLst xmlns:a="http://schemas.openxmlformats.org/drawingml/2006/main">
              <a:ext uri="{FF2B5EF4-FFF2-40B4-BE49-F238E27FC236}">
                <a16:creationId xmlns:a16="http://schemas.microsoft.com/office/drawing/2014/main" id="{55D304E8-410B-4764-AA8E-373521B1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657225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8" name="shape-0855">
            <a:extLst xmlns:a="http://schemas.openxmlformats.org/drawingml/2006/main">
              <a:ext uri="{FF2B5EF4-FFF2-40B4-BE49-F238E27FC236}">
                <a16:creationId xmlns:a16="http://schemas.microsoft.com/office/drawing/2014/main" id="{BD594619-0DC3-41BD-A6CA-73A20D12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020" y="6560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9" name="line-0856">
            <a:extLst xmlns:a="http://schemas.openxmlformats.org/drawingml/2006/main">
              <a:ext uri="{FF2B5EF4-FFF2-40B4-BE49-F238E27FC236}">
                <a16:creationId xmlns:a16="http://schemas.microsoft.com/office/drawing/2014/main" id="{2E75D9E4-8BB0-4C2B-87E7-18243911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64103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0" name="shape-0857">
            <a:extLst xmlns:a="http://schemas.openxmlformats.org/drawingml/2006/main">
              <a:ext uri="{FF2B5EF4-FFF2-40B4-BE49-F238E27FC236}">
                <a16:creationId xmlns:a16="http://schemas.microsoft.com/office/drawing/2014/main" id="{188FE446-AD6B-44D1-A5A3-57AFCC2B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970" y="63988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1" name="line-0858">
            <a:extLst xmlns:a="http://schemas.openxmlformats.org/drawingml/2006/main">
              <a:ext uri="{FF2B5EF4-FFF2-40B4-BE49-F238E27FC236}">
                <a16:creationId xmlns:a16="http://schemas.microsoft.com/office/drawing/2014/main" id="{DCFF010B-AD84-43E2-B282-522899CA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0350" y="62484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2" name="shape-0859">
            <a:extLst xmlns:a="http://schemas.openxmlformats.org/drawingml/2006/main">
              <a:ext uri="{FF2B5EF4-FFF2-40B4-BE49-F238E27FC236}">
                <a16:creationId xmlns:a16="http://schemas.microsoft.com/office/drawing/2014/main" id="{FF5D1182-084C-4DC4-A7BA-E08467FB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920" y="6236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3" name="line-0860">
            <a:extLst xmlns:a="http://schemas.openxmlformats.org/drawingml/2006/main">
              <a:ext uri="{FF2B5EF4-FFF2-40B4-BE49-F238E27FC236}">
                <a16:creationId xmlns:a16="http://schemas.microsoft.com/office/drawing/2014/main" id="{E39A6A38-6EB4-4880-BDC6-2BF25A2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66008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4" name="shape-0861">
            <a:extLst xmlns:a="http://schemas.openxmlformats.org/drawingml/2006/main">
              <a:ext uri="{FF2B5EF4-FFF2-40B4-BE49-F238E27FC236}">
                <a16:creationId xmlns:a16="http://schemas.microsoft.com/office/drawing/2014/main" id="{467C7166-DF39-4E96-B6CA-8C860C9C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0870" y="65893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5" name="line-0862">
            <a:extLst xmlns:a="http://schemas.openxmlformats.org/drawingml/2006/main">
              <a:ext uri="{FF2B5EF4-FFF2-40B4-BE49-F238E27FC236}">
                <a16:creationId xmlns:a16="http://schemas.microsoft.com/office/drawing/2014/main" id="{743BCEC4-F2C8-4FA0-8AA0-61781874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643890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6" name="shape-0863">
            <a:extLst xmlns:a="http://schemas.openxmlformats.org/drawingml/2006/main">
              <a:ext uri="{FF2B5EF4-FFF2-40B4-BE49-F238E27FC236}">
                <a16:creationId xmlns:a16="http://schemas.microsoft.com/office/drawing/2014/main" id="{17F484B8-73C9-4363-9CA7-74A2DF49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3295" y="64179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67" name="line-0864">
            <a:extLst xmlns:a="http://schemas.openxmlformats.org/drawingml/2006/main">
              <a:ext uri="{FF2B5EF4-FFF2-40B4-BE49-F238E27FC236}">
                <a16:creationId xmlns:a16="http://schemas.microsoft.com/office/drawing/2014/main" id="{FF1079C2-2A6F-4E7B-8F06-CD8469D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06200" y="6276975"/>
            <a:ext cx="953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8" name="shape-0865">
            <a:extLst xmlns:a="http://schemas.openxmlformats.org/drawingml/2006/main">
              <a:ext uri="{FF2B5EF4-FFF2-40B4-BE49-F238E27FC236}">
                <a16:creationId xmlns:a16="http://schemas.microsoft.com/office/drawing/2014/main" id="{B4458790-C95C-4FEA-B0E1-A8AB7CD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0" y="62655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9" name="line-0866">
            <a:extLst xmlns:a="http://schemas.openxmlformats.org/drawingml/2006/main">
              <a:ext uri="{FF2B5EF4-FFF2-40B4-BE49-F238E27FC236}">
                <a16:creationId xmlns:a16="http://schemas.microsoft.com/office/drawing/2014/main" id="{5FCCB1EE-9343-408C-B6BF-AFD660B1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8150" y="66294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0" name="shape-0867">
            <a:extLst xmlns:a="http://schemas.openxmlformats.org/drawingml/2006/main">
              <a:ext uri="{FF2B5EF4-FFF2-40B4-BE49-F238E27FC236}">
                <a16:creationId xmlns:a16="http://schemas.microsoft.com/office/drawing/2014/main" id="{161E91EF-77F5-40DC-BF13-D2184EF8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720" y="6617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1" name="line-0868">
            <a:extLst xmlns:a="http://schemas.openxmlformats.org/drawingml/2006/main">
              <a:ext uri="{FF2B5EF4-FFF2-40B4-BE49-F238E27FC236}">
                <a16:creationId xmlns:a16="http://schemas.microsoft.com/office/drawing/2014/main" id="{F19F377A-E9A2-4F0F-87E8-B0A91C90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30100" y="6467475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2" name="shape-0869">
            <a:extLst xmlns:a="http://schemas.openxmlformats.org/drawingml/2006/main">
              <a:ext uri="{FF2B5EF4-FFF2-40B4-BE49-F238E27FC236}">
                <a16:creationId xmlns:a16="http://schemas.microsoft.com/office/drawing/2014/main" id="{29E93812-44DC-490C-B395-C619A508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70" y="64560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3" name="text-0870">
            <a:extLst xmlns:a="http://schemas.openxmlformats.org/drawingml/2006/main">
              <a:ext uri="{FF2B5EF4-FFF2-40B4-BE49-F238E27FC236}">
                <a16:creationId xmlns:a16="http://schemas.microsoft.com/office/drawing/2014/main" id="{DA8AD76E-B7A3-4D0E-A7AA-E21D13C8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0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4" name="text-0871">
            <a:extLst xmlns:a="http://schemas.openxmlformats.org/drawingml/2006/main">
              <a:ext uri="{FF2B5EF4-FFF2-40B4-BE49-F238E27FC236}">
                <a16:creationId xmlns:a16="http://schemas.microsoft.com/office/drawing/2014/main" id="{27AB3F69-8BE0-4003-8109-45924E11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lag 状态拓扑映射为四类可执行事件</a:t>
            </a:r>
          </a:p>
        </p:txBody>
      </p:sp>
      <p:sp>
        <p:nvSpPr>
          <p:cNvPr id="75" name="line-0872">
            <a:extLst xmlns:a="http://schemas.openxmlformats.org/drawingml/2006/main">
              <a:ext uri="{FF2B5EF4-FFF2-40B4-BE49-F238E27FC236}">
                <a16:creationId xmlns:a16="http://schemas.microsoft.com/office/drawing/2014/main" id="{A0DC1B90-2EE9-43CA-A49A-7D293097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857250"/>
            <a:ext cx="809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76" name="line-0873">
            <a:extLst xmlns:a="http://schemas.openxmlformats.org/drawingml/2006/main">
              <a:ext uri="{FF2B5EF4-FFF2-40B4-BE49-F238E27FC236}">
                <a16:creationId xmlns:a16="http://schemas.microsoft.com/office/drawing/2014/main" id="{0B5B356C-E5BB-4A92-B8E6-D6BEB6B1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2457450"/>
            <a:ext cx="1181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77" name="shape-0874">
            <a:extLst xmlns:a="http://schemas.openxmlformats.org/drawingml/2006/main">
              <a:ext uri="{FF2B5EF4-FFF2-40B4-BE49-F238E27FC236}">
                <a16:creationId xmlns:a16="http://schemas.microsoft.com/office/drawing/2014/main" id="{B960D21C-BDA2-45CC-A30A-05810B2B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1466850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78" name="shape-0875">
            <a:extLst xmlns:a="http://schemas.openxmlformats.org/drawingml/2006/main">
              <a:ext uri="{FF2B5EF4-FFF2-40B4-BE49-F238E27FC236}">
                <a16:creationId xmlns:a16="http://schemas.microsoft.com/office/drawing/2014/main" id="{482AA7BD-0C0A-41E2-8C80-EFA00311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146" y="1526721"/>
            <a:ext cx="718457" cy="7184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79" name="shape-0876">
            <a:extLst xmlns:a="http://schemas.openxmlformats.org/drawingml/2006/main">
              <a:ext uri="{FF2B5EF4-FFF2-40B4-BE49-F238E27FC236}">
                <a16:creationId xmlns:a16="http://schemas.microsoft.com/office/drawing/2014/main" id="{1976F73D-0C9E-4CD4-9881-3B21248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018" y="1586593"/>
            <a:ext cx="598714" cy="598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80" name="shape-0877">
            <a:extLst xmlns:a="http://schemas.openxmlformats.org/drawingml/2006/main">
              <a:ext uri="{FF2B5EF4-FFF2-40B4-BE49-F238E27FC236}">
                <a16:creationId xmlns:a16="http://schemas.microsoft.com/office/drawing/2014/main" id="{014C81C2-DCEC-471C-BB50-BEA5E9E4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889" y="1646464"/>
            <a:ext cx="478971" cy="4789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81" name="shape-0878">
            <a:extLst xmlns:a="http://schemas.openxmlformats.org/drawingml/2006/main">
              <a:ext uri="{FF2B5EF4-FFF2-40B4-BE49-F238E27FC236}">
                <a16:creationId xmlns:a16="http://schemas.microsoft.com/office/drawing/2014/main" id="{DF878839-4F6D-438C-8F24-CC629242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761" y="1706336"/>
            <a:ext cx="359229" cy="3592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82" name="shape-0879">
            <a:extLst xmlns:a="http://schemas.openxmlformats.org/drawingml/2006/main">
              <a:ext uri="{FF2B5EF4-FFF2-40B4-BE49-F238E27FC236}">
                <a16:creationId xmlns:a16="http://schemas.microsoft.com/office/drawing/2014/main" id="{C7941E0A-E29E-45B1-8823-D8F9F938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632" y="1766207"/>
            <a:ext cx="239486" cy="2394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83" name="shape-0880">
            <a:extLst xmlns:a="http://schemas.openxmlformats.org/drawingml/2006/main">
              <a:ext uri="{FF2B5EF4-FFF2-40B4-BE49-F238E27FC236}">
                <a16:creationId xmlns:a16="http://schemas.microsoft.com/office/drawing/2014/main" id="{F3469624-AC01-4F81-B01D-682EAB67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504" y="1826079"/>
            <a:ext cx="119743" cy="119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84" name="shape-0881">
            <a:extLst xmlns:a="http://schemas.openxmlformats.org/drawingml/2006/main">
              <a:ext uri="{FF2B5EF4-FFF2-40B4-BE49-F238E27FC236}">
                <a16:creationId xmlns:a16="http://schemas.microsoft.com/office/drawing/2014/main" id="{08A3E95A-0711-4686-8AE0-8181A70C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1524000"/>
            <a:ext cx="23812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85" name="text-0882">
            <a:extLst xmlns:a="http://schemas.openxmlformats.org/drawingml/2006/main">
              <a:ext uri="{FF2B5EF4-FFF2-40B4-BE49-F238E27FC236}">
                <a16:creationId xmlns:a16="http://schemas.microsoft.com/office/drawing/2014/main" id="{94471B2C-F94D-41BA-9598-716F79A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5257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6" name="text-0883">
            <a:extLst xmlns:a="http://schemas.openxmlformats.org/drawingml/2006/main">
              <a:ext uri="{FF2B5EF4-FFF2-40B4-BE49-F238E27FC236}">
                <a16:creationId xmlns:a16="http://schemas.microsoft.com/office/drawing/2014/main" id="{47723BD9-ED18-461F-966E-929AD15A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缺轮</a:t>
            </a:r>
          </a:p>
        </p:txBody>
      </p:sp>
      <p:sp>
        <p:nvSpPr>
          <p:cNvPr id="87" name="shape-0884">
            <a:extLst xmlns:a="http://schemas.openxmlformats.org/drawingml/2006/main">
              <a:ext uri="{FF2B5EF4-FFF2-40B4-BE49-F238E27FC236}">
                <a16:creationId xmlns:a16="http://schemas.microsoft.com/office/drawing/2014/main" id="{DA4D2D09-CBA7-41A6-805B-FFE4A44F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1905000"/>
            <a:ext cx="1571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88" name="text-0885">
            <a:extLst xmlns:a="http://schemas.openxmlformats.org/drawingml/2006/main">
              <a:ext uri="{FF2B5EF4-FFF2-40B4-BE49-F238E27FC236}">
                <a16:creationId xmlns:a16="http://schemas.microsoft.com/office/drawing/2014/main" id="{293D9868-E989-442B-BB49-1A6F3ABB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812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ΔL = −1</a:t>
            </a:r>
          </a:p>
        </p:txBody>
      </p:sp>
      <p:sp>
        <p:nvSpPr>
          <p:cNvPr id="89" name="text-0886">
            <a:extLst xmlns:a="http://schemas.openxmlformats.org/drawingml/2006/main">
              <a:ext uri="{FF2B5EF4-FFF2-40B4-BE49-F238E27FC236}">
                <a16:creationId xmlns:a16="http://schemas.microsoft.com/office/drawing/2014/main" id="{A1FF48B8-0DB8-49A5-9D47-9301223A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525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操作前</a:t>
            </a:r>
          </a:p>
        </p:txBody>
      </p:sp>
      <p:sp>
        <p:nvSpPr>
          <p:cNvPr id="90" name="shape-0887">
            <a:extLst xmlns:a="http://schemas.openxmlformats.org/drawingml/2006/main">
              <a:ext uri="{FF2B5EF4-FFF2-40B4-BE49-F238E27FC236}">
                <a16:creationId xmlns:a16="http://schemas.microsoft.com/office/drawing/2014/main" id="{CE9FF050-0BC0-4D36-8209-7127583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1333500"/>
            <a:ext cx="762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91" name="text-0888">
            <a:extLst xmlns:a="http://schemas.openxmlformats.org/drawingml/2006/main">
              <a:ext uri="{FF2B5EF4-FFF2-40B4-BE49-F238E27FC236}">
                <a16:creationId xmlns:a16="http://schemas.microsoft.com/office/drawing/2014/main" id="{C7C0B96B-6707-4413-A683-A6FCF184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36207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操作前</a:t>
            </a:r>
          </a:p>
        </p:txBody>
      </p:sp>
      <p:sp>
        <p:nvSpPr>
          <p:cNvPr id="92" name="shape-0889">
            <a:extLst xmlns:a="http://schemas.openxmlformats.org/drawingml/2006/main">
              <a:ext uri="{FF2B5EF4-FFF2-40B4-BE49-F238E27FC236}">
                <a16:creationId xmlns:a16="http://schemas.microsoft.com/office/drawing/2014/main" id="{A03BF44E-3BAA-4BDE-B704-C2C9067B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1333500"/>
            <a:ext cx="762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93" name="text-0890">
            <a:extLst xmlns:a="http://schemas.openxmlformats.org/drawingml/2006/main">
              <a:ext uri="{FF2B5EF4-FFF2-40B4-BE49-F238E27FC236}">
                <a16:creationId xmlns:a16="http://schemas.microsoft.com/office/drawing/2014/main" id="{1FDEA7C8-5D25-4338-B222-0B9BB22E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6207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操作后</a:t>
            </a:r>
          </a:p>
        </p:txBody>
      </p:sp>
      <p:sp>
        <p:nvSpPr>
          <p:cNvPr id="94" name="shape-0891">
            <a:extLst xmlns:a="http://schemas.openxmlformats.org/drawingml/2006/main">
              <a:ext uri="{FF2B5EF4-FFF2-40B4-BE49-F238E27FC236}">
                <a16:creationId xmlns:a16="http://schemas.microsoft.com/office/drawing/2014/main" id="{0BB51265-69D8-4438-99C3-069AF94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85737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95" name="text-0892">
            <a:extLst xmlns:a="http://schemas.openxmlformats.org/drawingml/2006/main">
              <a:ext uri="{FF2B5EF4-FFF2-40B4-BE49-F238E27FC236}">
                <a16:creationId xmlns:a16="http://schemas.microsoft.com/office/drawing/2014/main" id="{EE9D0592-41BF-4C75-A36C-1EF2EA2B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insertMissingYear</a:t>
            </a:r>
          </a:p>
        </p:txBody>
      </p:sp>
      <p:sp>
        <p:nvSpPr>
          <p:cNvPr id="96" name="shape-0893">
            <a:extLst xmlns:a="http://schemas.openxmlformats.org/drawingml/2006/main">
              <a:ext uri="{FF2B5EF4-FFF2-40B4-BE49-F238E27FC236}">
                <a16:creationId xmlns:a16="http://schemas.microsoft.com/office/drawing/2014/main" id="{E05CC375-7BE7-4D18-AB39-134ECA72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196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97" name="text-0894">
            <a:extLst xmlns:a="http://schemas.openxmlformats.org/drawingml/2006/main">
              <a:ext uri="{FF2B5EF4-FFF2-40B4-BE49-F238E27FC236}">
                <a16:creationId xmlns:a16="http://schemas.microsoft.com/office/drawing/2014/main" id="{BF70535D-DD1E-4115-8A95-613C0987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05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年轮缺失 / 测量遗漏</a:t>
            </a:r>
          </a:p>
        </p:txBody>
      </p:sp>
      <p:sp>
        <p:nvSpPr>
          <p:cNvPr id="98" name="shape-0895">
            <a:extLst xmlns:a="http://schemas.openxmlformats.org/drawingml/2006/main">
              <a:ext uri="{FF2B5EF4-FFF2-40B4-BE49-F238E27FC236}">
                <a16:creationId xmlns:a16="http://schemas.microsoft.com/office/drawing/2014/main" id="{AAFFD8EE-FD67-4389-8D1E-69C5B9F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1447800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99" name="shape-0896">
            <a:extLst xmlns:a="http://schemas.openxmlformats.org/drawingml/2006/main">
              <a:ext uri="{FF2B5EF4-FFF2-40B4-BE49-F238E27FC236}">
                <a16:creationId xmlns:a16="http://schemas.microsoft.com/office/drawing/2014/main" id="{1633B8FC-5C8C-4499-BAD8-8B61B2E7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9193" y="1510393"/>
            <a:ext cx="751114" cy="7511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100" name="shape-0897">
            <a:extLst xmlns:a="http://schemas.openxmlformats.org/drawingml/2006/main">
              <a:ext uri="{FF2B5EF4-FFF2-40B4-BE49-F238E27FC236}">
                <a16:creationId xmlns:a16="http://schemas.microsoft.com/office/drawing/2014/main" id="{32516E84-3EFF-4DB7-89CF-9F1FA696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1786" y="1572986"/>
            <a:ext cx="625929" cy="6259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101" name="shape-0898">
            <a:extLst xmlns:a="http://schemas.openxmlformats.org/drawingml/2006/main">
              <a:ext uri="{FF2B5EF4-FFF2-40B4-BE49-F238E27FC236}">
                <a16:creationId xmlns:a16="http://schemas.microsoft.com/office/drawing/2014/main" id="{DA385044-A493-4FD2-A72B-A7D4A892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379" y="1635579"/>
            <a:ext cx="500743" cy="500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102" name="shape-0899">
            <a:extLst xmlns:a="http://schemas.openxmlformats.org/drawingml/2006/main">
              <a:ext uri="{FF2B5EF4-FFF2-40B4-BE49-F238E27FC236}">
                <a16:creationId xmlns:a16="http://schemas.microsoft.com/office/drawing/2014/main" id="{CC9E4B41-A6EE-40F5-8153-BAEE3BD8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6971" y="1698171"/>
            <a:ext cx="375557" cy="3755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103" name="shape-0900">
            <a:extLst xmlns:a="http://schemas.openxmlformats.org/drawingml/2006/main">
              <a:ext uri="{FF2B5EF4-FFF2-40B4-BE49-F238E27FC236}">
                <a16:creationId xmlns:a16="http://schemas.microsoft.com/office/drawing/2014/main" id="{10995EA2-CDF4-4DC2-BCD0-755527F2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564" y="1760764"/>
            <a:ext cx="250371" cy="2503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104" name="shape-0901">
            <a:extLst xmlns:a="http://schemas.openxmlformats.org/drawingml/2006/main">
              <a:ext uri="{FF2B5EF4-FFF2-40B4-BE49-F238E27FC236}">
                <a16:creationId xmlns:a16="http://schemas.microsoft.com/office/drawing/2014/main" id="{9947E875-3C7B-4831-ADD4-09ED01EE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157" y="1823357"/>
            <a:ext cx="125186" cy="1251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105" name="line-0902">
            <a:extLst xmlns:a="http://schemas.openxmlformats.org/drawingml/2006/main">
              <a:ext uri="{FF2B5EF4-FFF2-40B4-BE49-F238E27FC236}">
                <a16:creationId xmlns:a16="http://schemas.microsoft.com/office/drawing/2014/main" id="{CDC891B8-DA80-4091-977C-C1F88AF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3275" y="1835150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06" name="line-0903">
            <a:extLst xmlns:a="http://schemas.openxmlformats.org/drawingml/2006/main">
              <a:ext uri="{FF2B5EF4-FFF2-40B4-BE49-F238E27FC236}">
                <a16:creationId xmlns:a16="http://schemas.microsoft.com/office/drawing/2014/main" id="{33978829-221D-4CCA-9FDD-59442B70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3275" y="1955800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07" name="line-0904">
            <a:extLst xmlns:a="http://schemas.openxmlformats.org/drawingml/2006/main">
              <a:ext uri="{FF2B5EF4-FFF2-40B4-BE49-F238E27FC236}">
                <a16:creationId xmlns:a16="http://schemas.microsoft.com/office/drawing/2014/main" id="{FDE020AC-8C98-4126-B0A0-6E660134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9013" y="1955800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08" name="line-0905">
            <a:extLst xmlns:a="http://schemas.openxmlformats.org/drawingml/2006/main">
              <a:ext uri="{FF2B5EF4-FFF2-40B4-BE49-F238E27FC236}">
                <a16:creationId xmlns:a16="http://schemas.microsoft.com/office/drawing/2014/main" id="{212E8573-24DE-4B37-98B5-60061688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334750" y="1835150"/>
            <a:ext cx="953" cy="12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09" name="line-0906">
            <a:extLst xmlns:a="http://schemas.openxmlformats.org/drawingml/2006/main">
              <a:ext uri="{FF2B5EF4-FFF2-40B4-BE49-F238E27FC236}">
                <a16:creationId xmlns:a16="http://schemas.microsoft.com/office/drawing/2014/main" id="{D23BC45F-A3B9-4D51-BBB2-DDE00F3A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0" y="1835150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10" name="line-0907">
            <a:extLst xmlns:a="http://schemas.openxmlformats.org/drawingml/2006/main">
              <a:ext uri="{FF2B5EF4-FFF2-40B4-BE49-F238E27FC236}">
                <a16:creationId xmlns:a16="http://schemas.microsoft.com/office/drawing/2014/main" id="{2E8D038E-226B-4688-8CFA-1FBFB618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0488" y="1835150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111" name="line-0908">
            <a:extLst xmlns:a="http://schemas.openxmlformats.org/drawingml/2006/main">
              <a:ext uri="{FF2B5EF4-FFF2-40B4-BE49-F238E27FC236}">
                <a16:creationId xmlns:a16="http://schemas.microsoft.com/office/drawing/2014/main" id="{6B661823-6499-476C-9E43-89758FB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3743325"/>
            <a:ext cx="1181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12" name="shape-0909">
            <a:extLst xmlns:a="http://schemas.openxmlformats.org/drawingml/2006/main">
              <a:ext uri="{FF2B5EF4-FFF2-40B4-BE49-F238E27FC236}">
                <a16:creationId xmlns:a16="http://schemas.microsoft.com/office/drawing/2014/main" id="{A5036EFC-60C6-4285-9479-0FFD033A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27527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113" name="shape-0910">
            <a:extLst xmlns:a="http://schemas.openxmlformats.org/drawingml/2006/main">
              <a:ext uri="{FF2B5EF4-FFF2-40B4-BE49-F238E27FC236}">
                <a16:creationId xmlns:a16="http://schemas.microsoft.com/office/drawing/2014/main" id="{BEBE2E2E-9A58-4F27-BCAC-64A9487D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146" y="2812596"/>
            <a:ext cx="718457" cy="7184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14" name="shape-0911">
            <a:extLst xmlns:a="http://schemas.openxmlformats.org/drawingml/2006/main">
              <a:ext uri="{FF2B5EF4-FFF2-40B4-BE49-F238E27FC236}">
                <a16:creationId xmlns:a16="http://schemas.microsoft.com/office/drawing/2014/main" id="{8A264989-1088-4C5A-AA7D-8160130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018" y="2872468"/>
            <a:ext cx="598714" cy="598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15" name="shape-0912">
            <a:extLst xmlns:a="http://schemas.openxmlformats.org/drawingml/2006/main">
              <a:ext uri="{FF2B5EF4-FFF2-40B4-BE49-F238E27FC236}">
                <a16:creationId xmlns:a16="http://schemas.microsoft.com/office/drawing/2014/main" id="{5444E027-AFA9-484B-B925-40A5075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889" y="2932339"/>
            <a:ext cx="478971" cy="4789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16" name="shape-0913">
            <a:extLst xmlns:a="http://schemas.openxmlformats.org/drawingml/2006/main">
              <a:ext uri="{FF2B5EF4-FFF2-40B4-BE49-F238E27FC236}">
                <a16:creationId xmlns:a16="http://schemas.microsoft.com/office/drawing/2014/main" id="{3323D66A-04BE-4EAB-ACB4-CDEB7214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761" y="2992211"/>
            <a:ext cx="359229" cy="3592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17" name="shape-0914">
            <a:extLst xmlns:a="http://schemas.openxmlformats.org/drawingml/2006/main">
              <a:ext uri="{FF2B5EF4-FFF2-40B4-BE49-F238E27FC236}">
                <a16:creationId xmlns:a16="http://schemas.microsoft.com/office/drawing/2014/main" id="{17BDA242-70CC-4958-843B-EE36DC57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632" y="3052082"/>
            <a:ext cx="239486" cy="2394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18" name="shape-0915">
            <a:extLst xmlns:a="http://schemas.openxmlformats.org/drawingml/2006/main">
              <a:ext uri="{FF2B5EF4-FFF2-40B4-BE49-F238E27FC236}">
                <a16:creationId xmlns:a16="http://schemas.microsoft.com/office/drawing/2014/main" id="{A93F025E-F7FF-4B2F-9A6C-EB52F702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504" y="3111954"/>
            <a:ext cx="119743" cy="119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19" name="shape-0916">
            <a:extLst xmlns:a="http://schemas.openxmlformats.org/drawingml/2006/main">
              <a:ext uri="{FF2B5EF4-FFF2-40B4-BE49-F238E27FC236}">
                <a16:creationId xmlns:a16="http://schemas.microsoft.com/office/drawing/2014/main" id="{977C0956-B7D1-4890-A87A-2AB7B805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809875"/>
            <a:ext cx="23812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20" name="text-0917">
            <a:extLst xmlns:a="http://schemas.openxmlformats.org/drawingml/2006/main">
              <a:ext uri="{FF2B5EF4-FFF2-40B4-BE49-F238E27FC236}">
                <a16:creationId xmlns:a16="http://schemas.microsoft.com/office/drawing/2014/main" id="{0545EF25-4B7D-464F-9963-1276BC96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384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1" name="text-0918">
            <a:extLst xmlns:a="http://schemas.openxmlformats.org/drawingml/2006/main">
              <a:ext uri="{FF2B5EF4-FFF2-40B4-BE49-F238E27FC236}">
                <a16:creationId xmlns:a16="http://schemas.microsoft.com/office/drawing/2014/main" id="{48D7272E-DA11-4663-9E71-423238DB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908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伪轮</a:t>
            </a:r>
          </a:p>
        </p:txBody>
      </p:sp>
      <p:sp>
        <p:nvSpPr>
          <p:cNvPr id="122" name="shape-0919">
            <a:extLst xmlns:a="http://schemas.openxmlformats.org/drawingml/2006/main">
              <a:ext uri="{FF2B5EF4-FFF2-40B4-BE49-F238E27FC236}">
                <a16:creationId xmlns:a16="http://schemas.microsoft.com/office/drawing/2014/main" id="{8C5D63AD-AA28-4648-9C7D-930460A3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190875"/>
            <a:ext cx="1571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23" name="text-0920">
            <a:extLst xmlns:a="http://schemas.openxmlformats.org/drawingml/2006/main">
              <a:ext uri="{FF2B5EF4-FFF2-40B4-BE49-F238E27FC236}">
                <a16:creationId xmlns:a16="http://schemas.microsoft.com/office/drawing/2014/main" id="{DE51E6C0-E572-4868-8872-100B6DA4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ΔL = +1</a:t>
            </a:r>
          </a:p>
        </p:txBody>
      </p:sp>
      <p:sp>
        <p:nvSpPr>
          <p:cNvPr id="124" name="text-0921">
            <a:extLst xmlns:a="http://schemas.openxmlformats.org/drawingml/2006/main">
              <a:ext uri="{FF2B5EF4-FFF2-40B4-BE49-F238E27FC236}">
                <a16:creationId xmlns:a16="http://schemas.microsoft.com/office/drawing/2014/main" id="{4BC522B1-8531-43AA-96E9-6E850D8F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操作前</a:t>
            </a:r>
          </a:p>
        </p:txBody>
      </p:sp>
      <p:sp>
        <p:nvSpPr>
          <p:cNvPr id="125" name="shape-0922">
            <a:extLst xmlns:a="http://schemas.openxmlformats.org/drawingml/2006/main">
              <a:ext uri="{FF2B5EF4-FFF2-40B4-BE49-F238E27FC236}">
                <a16:creationId xmlns:a16="http://schemas.microsoft.com/office/drawing/2014/main" id="{CCE31FD6-0243-4B6A-BD46-8FC6019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2619375"/>
            <a:ext cx="762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26" name="text-0923">
            <a:extLst xmlns:a="http://schemas.openxmlformats.org/drawingml/2006/main">
              <a:ext uri="{FF2B5EF4-FFF2-40B4-BE49-F238E27FC236}">
                <a16:creationId xmlns:a16="http://schemas.microsoft.com/office/drawing/2014/main" id="{84934491-3E3C-43F7-A8F2-B4D7AE9C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4795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操作前</a:t>
            </a:r>
          </a:p>
        </p:txBody>
      </p:sp>
      <p:sp>
        <p:nvSpPr>
          <p:cNvPr id="127" name="shape-0924">
            <a:extLst xmlns:a="http://schemas.openxmlformats.org/drawingml/2006/main">
              <a:ext uri="{FF2B5EF4-FFF2-40B4-BE49-F238E27FC236}">
                <a16:creationId xmlns:a16="http://schemas.microsoft.com/office/drawing/2014/main" id="{F272386C-446C-4262-91C4-CB148EA4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2619375"/>
            <a:ext cx="762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28" name="text-0925">
            <a:extLst xmlns:a="http://schemas.openxmlformats.org/drawingml/2006/main">
              <a:ext uri="{FF2B5EF4-FFF2-40B4-BE49-F238E27FC236}">
                <a16:creationId xmlns:a16="http://schemas.microsoft.com/office/drawing/2014/main" id="{7A749E93-A25F-4A87-84CE-8D277204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4795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操作后</a:t>
            </a:r>
          </a:p>
        </p:txBody>
      </p:sp>
      <p:sp>
        <p:nvSpPr>
          <p:cNvPr id="129" name="shape-0926">
            <a:extLst xmlns:a="http://schemas.openxmlformats.org/drawingml/2006/main">
              <a:ext uri="{FF2B5EF4-FFF2-40B4-BE49-F238E27FC236}">
                <a16:creationId xmlns:a16="http://schemas.microsoft.com/office/drawing/2014/main" id="{E89646F1-1490-4CBB-951A-19B52B3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1432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4763">
            <a:solidFill>
              <a:srgbClr val="C14F33"/>
            </a:solidFill>
            <a:prstDash val="solid"/>
          </a:ln>
        </p:spPr>
      </p:sp>
      <p:sp>
        <p:nvSpPr>
          <p:cNvPr id="130" name="text-0927">
            <a:extLst xmlns:a="http://schemas.openxmlformats.org/drawingml/2006/main">
              <a:ext uri="{FF2B5EF4-FFF2-40B4-BE49-F238E27FC236}">
                <a16:creationId xmlns:a16="http://schemas.microsoft.com/office/drawing/2014/main" id="{3A758264-19D6-4E6C-B01F-E508CB5F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051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deleteFalseYear</a:t>
            </a:r>
          </a:p>
        </p:txBody>
      </p:sp>
      <p:sp>
        <p:nvSpPr>
          <p:cNvPr id="131" name="shape-0928">
            <a:extLst xmlns:a="http://schemas.openxmlformats.org/drawingml/2006/main">
              <a:ext uri="{FF2B5EF4-FFF2-40B4-BE49-F238E27FC236}">
                <a16:creationId xmlns:a16="http://schemas.microsoft.com/office/drawing/2014/main" id="{279A93B6-8AAD-40A7-8467-D6C56A5D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3248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32" name="text-0929">
            <a:extLst xmlns:a="http://schemas.openxmlformats.org/drawingml/2006/main">
              <a:ext uri="{FF2B5EF4-FFF2-40B4-BE49-F238E27FC236}">
                <a16:creationId xmlns:a16="http://schemas.microsoft.com/office/drawing/2014/main" id="{6DA3276F-2467-45A0-9ED5-24032B47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90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伪界 / 重复划分</a:t>
            </a:r>
          </a:p>
        </p:txBody>
      </p:sp>
      <p:sp>
        <p:nvSpPr>
          <p:cNvPr id="133" name="shape-0930">
            <a:extLst xmlns:a="http://schemas.openxmlformats.org/drawingml/2006/main">
              <a:ext uri="{FF2B5EF4-FFF2-40B4-BE49-F238E27FC236}">
                <a16:creationId xmlns:a16="http://schemas.microsoft.com/office/drawing/2014/main" id="{7AF8BB19-76A0-43BE-9657-EA7E68BF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2733675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134" name="shape-0931">
            <a:extLst xmlns:a="http://schemas.openxmlformats.org/drawingml/2006/main">
              <a:ext uri="{FF2B5EF4-FFF2-40B4-BE49-F238E27FC236}">
                <a16:creationId xmlns:a16="http://schemas.microsoft.com/office/drawing/2014/main" id="{BBCDECFD-8EC4-4CA6-A553-B7217F5F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9193" y="2796268"/>
            <a:ext cx="751114" cy="7511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35" name="shape-0932">
            <a:extLst xmlns:a="http://schemas.openxmlformats.org/drawingml/2006/main">
              <a:ext uri="{FF2B5EF4-FFF2-40B4-BE49-F238E27FC236}">
                <a16:creationId xmlns:a16="http://schemas.microsoft.com/office/drawing/2014/main" id="{93027D73-6DA6-42F5-85A4-18BB6961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1786" y="2858861"/>
            <a:ext cx="625929" cy="6259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36" name="shape-0933">
            <a:extLst xmlns:a="http://schemas.openxmlformats.org/drawingml/2006/main">
              <a:ext uri="{FF2B5EF4-FFF2-40B4-BE49-F238E27FC236}">
                <a16:creationId xmlns:a16="http://schemas.microsoft.com/office/drawing/2014/main" id="{D02C79AE-7C51-4D2B-927D-45A2AE7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379" y="2921454"/>
            <a:ext cx="500743" cy="500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37" name="shape-0934">
            <a:extLst xmlns:a="http://schemas.openxmlformats.org/drawingml/2006/main">
              <a:ext uri="{FF2B5EF4-FFF2-40B4-BE49-F238E27FC236}">
                <a16:creationId xmlns:a16="http://schemas.microsoft.com/office/drawing/2014/main" id="{0856C4D4-B23E-4D3C-B735-1DCEE355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6971" y="2984046"/>
            <a:ext cx="375557" cy="3755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38" name="shape-0935">
            <a:extLst xmlns:a="http://schemas.openxmlformats.org/drawingml/2006/main">
              <a:ext uri="{FF2B5EF4-FFF2-40B4-BE49-F238E27FC236}">
                <a16:creationId xmlns:a16="http://schemas.microsoft.com/office/drawing/2014/main" id="{4A2ACD22-EC8B-4605-B35F-FADC5EBB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564" y="3046639"/>
            <a:ext cx="250371" cy="2503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39" name="shape-0936">
            <a:extLst xmlns:a="http://schemas.openxmlformats.org/drawingml/2006/main">
              <a:ext uri="{FF2B5EF4-FFF2-40B4-BE49-F238E27FC236}">
                <a16:creationId xmlns:a16="http://schemas.microsoft.com/office/drawing/2014/main" id="{8E32C66A-3BF5-4FCF-AD21-B64F80B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157" y="3109232"/>
            <a:ext cx="125186" cy="1251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140" name="line-0937">
            <a:extLst xmlns:a="http://schemas.openxmlformats.org/drawingml/2006/main">
              <a:ext uri="{FF2B5EF4-FFF2-40B4-BE49-F238E27FC236}">
                <a16:creationId xmlns:a16="http://schemas.microsoft.com/office/drawing/2014/main" id="{A3457E84-EB61-4E86-834C-7B23F58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3275" y="3121025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41" name="line-0938">
            <a:extLst xmlns:a="http://schemas.openxmlformats.org/drawingml/2006/main">
              <a:ext uri="{FF2B5EF4-FFF2-40B4-BE49-F238E27FC236}">
                <a16:creationId xmlns:a16="http://schemas.microsoft.com/office/drawing/2014/main" id="{56B84B8C-823D-4EC6-92F9-D742741B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3275" y="31210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42" name="line-0939">
            <a:extLst xmlns:a="http://schemas.openxmlformats.org/drawingml/2006/main">
              <a:ext uri="{FF2B5EF4-FFF2-40B4-BE49-F238E27FC236}">
                <a16:creationId xmlns:a16="http://schemas.microsoft.com/office/drawing/2014/main" id="{230432F6-55BF-4FC9-B325-62DE989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9013" y="31210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43" name="line-0940">
            <a:extLst xmlns:a="http://schemas.openxmlformats.org/drawingml/2006/main">
              <a:ext uri="{FF2B5EF4-FFF2-40B4-BE49-F238E27FC236}">
                <a16:creationId xmlns:a16="http://schemas.microsoft.com/office/drawing/2014/main" id="{DAFBE9D5-F85D-4AF6-90D0-34AFBDCB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334750" y="3000375"/>
            <a:ext cx="953" cy="12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44" name="line-0941">
            <a:extLst xmlns:a="http://schemas.openxmlformats.org/drawingml/2006/main">
              <a:ext uri="{FF2B5EF4-FFF2-40B4-BE49-F238E27FC236}">
                <a16:creationId xmlns:a16="http://schemas.microsoft.com/office/drawing/2014/main" id="{5A798EF3-2411-4A75-BC56-3880E19D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0" y="30003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45" name="line-0942">
            <a:extLst xmlns:a="http://schemas.openxmlformats.org/drawingml/2006/main">
              <a:ext uri="{FF2B5EF4-FFF2-40B4-BE49-F238E27FC236}">
                <a16:creationId xmlns:a16="http://schemas.microsoft.com/office/drawing/2014/main" id="{70F71C76-4FDE-45F7-A752-A445A6F4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0488" y="300037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14F33"/>
            </a:solidFill>
            <a:prstDash val="solid"/>
          </a:ln>
        </p:spPr>
      </p:sp>
      <p:sp>
        <p:nvSpPr>
          <p:cNvPr id="146" name="line-0943">
            <a:extLst xmlns:a="http://schemas.openxmlformats.org/drawingml/2006/main">
              <a:ext uri="{FF2B5EF4-FFF2-40B4-BE49-F238E27FC236}">
                <a16:creationId xmlns:a16="http://schemas.microsoft.com/office/drawing/2014/main" id="{8FDBC8DD-D063-49D6-A8B9-4D6BB268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5029200"/>
            <a:ext cx="1181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47" name="shape-0944">
            <a:extLst xmlns:a="http://schemas.openxmlformats.org/drawingml/2006/main">
              <a:ext uri="{FF2B5EF4-FFF2-40B4-BE49-F238E27FC236}">
                <a16:creationId xmlns:a16="http://schemas.microsoft.com/office/drawing/2014/main" id="{D105576E-B6E2-4B1A-8379-10CB77DE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4038600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3E67"/>
            </a:solidFill>
            <a:prstDash val="solid"/>
          </a:ln>
        </p:spPr>
      </p:sp>
      <p:sp>
        <p:nvSpPr>
          <p:cNvPr id="148" name="shape-0945">
            <a:extLst xmlns:a="http://schemas.openxmlformats.org/drawingml/2006/main">
              <a:ext uri="{FF2B5EF4-FFF2-40B4-BE49-F238E27FC236}">
                <a16:creationId xmlns:a16="http://schemas.microsoft.com/office/drawing/2014/main" id="{38AD530A-8A4B-48E8-A85A-E6C1617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146" y="4098471"/>
            <a:ext cx="718457" cy="7184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49" name="shape-0946">
            <a:extLst xmlns:a="http://schemas.openxmlformats.org/drawingml/2006/main">
              <a:ext uri="{FF2B5EF4-FFF2-40B4-BE49-F238E27FC236}">
                <a16:creationId xmlns:a16="http://schemas.microsoft.com/office/drawing/2014/main" id="{6DC616D2-5230-4C30-AF92-AB919FD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018" y="4158343"/>
            <a:ext cx="598714" cy="598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50" name="shape-0947">
            <a:extLst xmlns:a="http://schemas.openxmlformats.org/drawingml/2006/main">
              <a:ext uri="{FF2B5EF4-FFF2-40B4-BE49-F238E27FC236}">
                <a16:creationId xmlns:a16="http://schemas.microsoft.com/office/drawing/2014/main" id="{7D5ED975-2C9B-444B-A983-415DECF9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889" y="4218214"/>
            <a:ext cx="478971" cy="4789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51" name="shape-0948">
            <a:extLst xmlns:a="http://schemas.openxmlformats.org/drawingml/2006/main">
              <a:ext uri="{FF2B5EF4-FFF2-40B4-BE49-F238E27FC236}">
                <a16:creationId xmlns:a16="http://schemas.microsoft.com/office/drawing/2014/main" id="{A47F64F8-2B89-4CF8-8DB8-F988D0B4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761" y="4278086"/>
            <a:ext cx="359229" cy="3592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52" name="shape-0949">
            <a:extLst xmlns:a="http://schemas.openxmlformats.org/drawingml/2006/main">
              <a:ext uri="{FF2B5EF4-FFF2-40B4-BE49-F238E27FC236}">
                <a16:creationId xmlns:a16="http://schemas.microsoft.com/office/drawing/2014/main" id="{5CBCBC6F-FE72-4BC4-B9B7-518C0E36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632" y="4337957"/>
            <a:ext cx="239486" cy="2394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53" name="shape-0950">
            <a:extLst xmlns:a="http://schemas.openxmlformats.org/drawingml/2006/main">
              <a:ext uri="{FF2B5EF4-FFF2-40B4-BE49-F238E27FC236}">
                <a16:creationId xmlns:a16="http://schemas.microsoft.com/office/drawing/2014/main" id="{A70CFF78-4BBB-4E85-AD08-136CF537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504" y="4397829"/>
            <a:ext cx="119743" cy="119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54" name="shape-0951">
            <a:extLst xmlns:a="http://schemas.openxmlformats.org/drawingml/2006/main">
              <a:ext uri="{FF2B5EF4-FFF2-40B4-BE49-F238E27FC236}">
                <a16:creationId xmlns:a16="http://schemas.microsoft.com/office/drawing/2014/main" id="{990AB7F5-6F27-4A5E-B193-4B736D09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4095750"/>
            <a:ext cx="23812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55" name="text-0952">
            <a:extLst xmlns:a="http://schemas.openxmlformats.org/drawingml/2006/main">
              <a:ext uri="{FF2B5EF4-FFF2-40B4-BE49-F238E27FC236}">
                <a16:creationId xmlns:a16="http://schemas.microsoft.com/office/drawing/2014/main" id="{4FA27CB3-2808-46FF-A8A2-10485E08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43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6" name="text-0953">
            <a:extLst xmlns:a="http://schemas.openxmlformats.org/drawingml/2006/main">
              <a:ext uri="{FF2B5EF4-FFF2-40B4-BE49-F238E27FC236}">
                <a16:creationId xmlns:a16="http://schemas.microsoft.com/office/drawing/2014/main" id="{C0CEB047-4D4F-4ABF-BB43-C95226F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6B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6B3E67"/>
                </a:solidFill>
                <a:latin typeface="Microsoft YaHei"/>
                <a:ea typeface="Microsoft YaHei"/>
                <a:cs typeface="Microsoft YaHei"/>
              </a:rPr>
              <a:t>局部移动</a:t>
            </a:r>
          </a:p>
        </p:txBody>
      </p:sp>
      <p:sp>
        <p:nvSpPr>
          <p:cNvPr id="157" name="shape-0954">
            <a:extLst xmlns:a="http://schemas.openxmlformats.org/drawingml/2006/main">
              <a:ext uri="{FF2B5EF4-FFF2-40B4-BE49-F238E27FC236}">
                <a16:creationId xmlns:a16="http://schemas.microsoft.com/office/drawing/2014/main" id="{1116733D-1647-434A-A4D2-39C9A099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476750"/>
            <a:ext cx="1571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58" name="text-0955">
            <a:extLst xmlns:a="http://schemas.openxmlformats.org/drawingml/2006/main">
              <a:ext uri="{FF2B5EF4-FFF2-40B4-BE49-F238E27FC236}">
                <a16:creationId xmlns:a16="http://schemas.microsoft.com/office/drawing/2014/main" id="{466CEF17-41B0-409C-8953-03694D3B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529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B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6B3E67"/>
                </a:solidFill>
                <a:latin typeface="Microsoft YaHei"/>
                <a:ea typeface="Microsoft YaHei"/>
                <a:cs typeface="Microsoft YaHei"/>
              </a:rPr>
              <a:t>ΔL ≤ −2</a:t>
            </a:r>
          </a:p>
        </p:txBody>
      </p:sp>
      <p:sp>
        <p:nvSpPr>
          <p:cNvPr id="159" name="text-0956">
            <a:extLst xmlns:a="http://schemas.openxmlformats.org/drawingml/2006/main">
              <a:ext uri="{FF2B5EF4-FFF2-40B4-BE49-F238E27FC236}">
                <a16:creationId xmlns:a16="http://schemas.microsoft.com/office/drawing/2014/main" id="{ECFF920F-B7ED-4A9A-AEAF-92095578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操作前</a:t>
            </a:r>
          </a:p>
        </p:txBody>
      </p:sp>
      <p:sp>
        <p:nvSpPr>
          <p:cNvPr id="160" name="shape-0957">
            <a:extLst xmlns:a="http://schemas.openxmlformats.org/drawingml/2006/main">
              <a:ext uri="{FF2B5EF4-FFF2-40B4-BE49-F238E27FC236}">
                <a16:creationId xmlns:a16="http://schemas.microsoft.com/office/drawing/2014/main" id="{30E7D5E1-D5D5-45D3-9DB2-DC454A6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3905250"/>
            <a:ext cx="762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61" name="text-0958">
            <a:extLst xmlns:a="http://schemas.openxmlformats.org/drawingml/2006/main">
              <a:ext uri="{FF2B5EF4-FFF2-40B4-BE49-F238E27FC236}">
                <a16:creationId xmlns:a16="http://schemas.microsoft.com/office/drawing/2014/main" id="{35B4E4C3-0327-464A-A08F-9BE68624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338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操作前</a:t>
            </a:r>
          </a:p>
        </p:txBody>
      </p:sp>
      <p:sp>
        <p:nvSpPr>
          <p:cNvPr id="162" name="shape-0959">
            <a:extLst xmlns:a="http://schemas.openxmlformats.org/drawingml/2006/main">
              <a:ext uri="{FF2B5EF4-FFF2-40B4-BE49-F238E27FC236}">
                <a16:creationId xmlns:a16="http://schemas.microsoft.com/office/drawing/2014/main" id="{3FBE0A82-EF8B-46B0-95BB-7562F8BE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3905250"/>
            <a:ext cx="762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63" name="text-0960">
            <a:extLst xmlns:a="http://schemas.openxmlformats.org/drawingml/2006/main">
              <a:ext uri="{FF2B5EF4-FFF2-40B4-BE49-F238E27FC236}">
                <a16:creationId xmlns:a16="http://schemas.microsoft.com/office/drawing/2014/main" id="{05819E70-9019-4359-B30A-4199AA80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338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操作后</a:t>
            </a:r>
          </a:p>
        </p:txBody>
      </p:sp>
      <p:sp>
        <p:nvSpPr>
          <p:cNvPr id="164" name="shape-0961">
            <a:extLst xmlns:a="http://schemas.openxmlformats.org/drawingml/2006/main">
              <a:ext uri="{FF2B5EF4-FFF2-40B4-BE49-F238E27FC236}">
                <a16:creationId xmlns:a16="http://schemas.microsoft.com/office/drawing/2014/main" id="{9DA06F62-DF45-43F0-AE08-61F04C37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429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4763">
            <a:solidFill>
              <a:srgbClr val="6B3E67"/>
            </a:solidFill>
            <a:prstDash val="solid"/>
          </a:ln>
        </p:spPr>
      </p:sp>
      <p:sp>
        <p:nvSpPr>
          <p:cNvPr id="165" name="text-0962">
            <a:extLst xmlns:a="http://schemas.openxmlformats.org/drawingml/2006/main">
              <a:ext uri="{FF2B5EF4-FFF2-40B4-BE49-F238E27FC236}">
                <a16:creationId xmlns:a16="http://schemas.microsoft.com/office/drawing/2014/main" id="{A81E36D6-996E-4764-AE0E-F92E546D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910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B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6B3E67"/>
                </a:solidFill>
                <a:latin typeface="Microsoft YaHei"/>
                <a:ea typeface="Microsoft YaHei"/>
                <a:cs typeface="Microsoft YaHei"/>
              </a:rPr>
              <a:t>partialRangeMove</a:t>
            </a:r>
          </a:p>
        </p:txBody>
      </p:sp>
      <p:sp>
        <p:nvSpPr>
          <p:cNvPr id="166" name="shape-0963">
            <a:extLst xmlns:a="http://schemas.openxmlformats.org/drawingml/2006/main">
              <a:ext uri="{FF2B5EF4-FFF2-40B4-BE49-F238E27FC236}">
                <a16:creationId xmlns:a16="http://schemas.microsoft.com/office/drawing/2014/main" id="{C8D1B95B-5F21-45B5-B325-8D0AF3FC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67" name="text-0964">
            <a:extLst xmlns:a="http://schemas.openxmlformats.org/drawingml/2006/main">
              <a:ext uri="{FF2B5EF4-FFF2-40B4-BE49-F238E27FC236}">
                <a16:creationId xmlns:a16="http://schemas.microsoft.com/office/drawing/2014/main" id="{38428B7E-60B5-41EA-BEBC-DCBA70D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B3E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B3E67"/>
                </a:solidFill>
                <a:latin typeface="Microsoft YaHei"/>
                <a:ea typeface="Microsoft YaHei"/>
                <a:cs typeface="Microsoft YaHei"/>
              </a:rPr>
              <a:t>连续缺段 / 芯段错位</a:t>
            </a:r>
          </a:p>
        </p:txBody>
      </p:sp>
      <p:sp>
        <p:nvSpPr>
          <p:cNvPr id="168" name="shape-0965">
            <a:extLst xmlns:a="http://schemas.openxmlformats.org/drawingml/2006/main">
              <a:ext uri="{FF2B5EF4-FFF2-40B4-BE49-F238E27FC236}">
                <a16:creationId xmlns:a16="http://schemas.microsoft.com/office/drawing/2014/main" id="{2D58A81D-584F-4FEB-A32B-10A146D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4019550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3E67"/>
            </a:solidFill>
            <a:prstDash val="solid"/>
          </a:ln>
        </p:spPr>
      </p:sp>
      <p:sp>
        <p:nvSpPr>
          <p:cNvPr id="169" name="shape-0966">
            <a:extLst xmlns:a="http://schemas.openxmlformats.org/drawingml/2006/main">
              <a:ext uri="{FF2B5EF4-FFF2-40B4-BE49-F238E27FC236}">
                <a16:creationId xmlns:a16="http://schemas.microsoft.com/office/drawing/2014/main" id="{8052E00C-C94B-4004-8299-6C6A91CF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9193" y="4082143"/>
            <a:ext cx="751114" cy="7511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70" name="shape-0967">
            <a:extLst xmlns:a="http://schemas.openxmlformats.org/drawingml/2006/main">
              <a:ext uri="{FF2B5EF4-FFF2-40B4-BE49-F238E27FC236}">
                <a16:creationId xmlns:a16="http://schemas.microsoft.com/office/drawing/2014/main" id="{260ECFD6-A459-42DC-820A-BB19AE57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1786" y="4144736"/>
            <a:ext cx="625929" cy="6259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71" name="shape-0968">
            <a:extLst xmlns:a="http://schemas.openxmlformats.org/drawingml/2006/main">
              <a:ext uri="{FF2B5EF4-FFF2-40B4-BE49-F238E27FC236}">
                <a16:creationId xmlns:a16="http://schemas.microsoft.com/office/drawing/2014/main" id="{C79EA7AD-A95F-4333-9E94-98AF2D6F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379" y="4207329"/>
            <a:ext cx="500743" cy="500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72" name="shape-0969">
            <a:extLst xmlns:a="http://schemas.openxmlformats.org/drawingml/2006/main">
              <a:ext uri="{FF2B5EF4-FFF2-40B4-BE49-F238E27FC236}">
                <a16:creationId xmlns:a16="http://schemas.microsoft.com/office/drawing/2014/main" id="{09948EF6-7BFA-4D63-9F7C-A95FB967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6971" y="4269921"/>
            <a:ext cx="375557" cy="3755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73" name="shape-0970">
            <a:extLst xmlns:a="http://schemas.openxmlformats.org/drawingml/2006/main">
              <a:ext uri="{FF2B5EF4-FFF2-40B4-BE49-F238E27FC236}">
                <a16:creationId xmlns:a16="http://schemas.microsoft.com/office/drawing/2014/main" id="{B5CC0984-E0AB-4361-856B-2B15A8D4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564" y="4332514"/>
            <a:ext cx="250371" cy="2503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74" name="shape-0971">
            <a:extLst xmlns:a="http://schemas.openxmlformats.org/drawingml/2006/main">
              <a:ext uri="{FF2B5EF4-FFF2-40B4-BE49-F238E27FC236}">
                <a16:creationId xmlns:a16="http://schemas.microsoft.com/office/drawing/2014/main" id="{659467EC-7F5F-435F-8729-0C310DCC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157" y="4395107"/>
            <a:ext cx="125186" cy="1251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175" name="line-0972">
            <a:extLst xmlns:a="http://schemas.openxmlformats.org/drawingml/2006/main">
              <a:ext uri="{FF2B5EF4-FFF2-40B4-BE49-F238E27FC236}">
                <a16:creationId xmlns:a16="http://schemas.microsoft.com/office/drawing/2014/main" id="{A28F2B32-A8DC-4271-90F1-1C1EDD6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3275" y="4406900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76" name="line-0973">
            <a:extLst xmlns:a="http://schemas.openxmlformats.org/drawingml/2006/main">
              <a:ext uri="{FF2B5EF4-FFF2-40B4-BE49-F238E27FC236}">
                <a16:creationId xmlns:a16="http://schemas.microsoft.com/office/drawing/2014/main" id="{7B9D33E9-617A-473E-A89D-8E245BE6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3275" y="4648200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77" name="line-0974">
            <a:extLst xmlns:a="http://schemas.openxmlformats.org/drawingml/2006/main">
              <a:ext uri="{FF2B5EF4-FFF2-40B4-BE49-F238E27FC236}">
                <a16:creationId xmlns:a16="http://schemas.microsoft.com/office/drawing/2014/main" id="{B6D4A7EF-F23B-4596-9674-B66ECE4C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9013" y="4648200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78" name="line-0975">
            <a:extLst xmlns:a="http://schemas.openxmlformats.org/drawingml/2006/main">
              <a:ext uri="{FF2B5EF4-FFF2-40B4-BE49-F238E27FC236}">
                <a16:creationId xmlns:a16="http://schemas.microsoft.com/office/drawing/2014/main" id="{E4D531F2-48E3-45CE-A145-2894DEAE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334750" y="4406900"/>
            <a:ext cx="953" cy="24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79" name="line-0976">
            <a:extLst xmlns:a="http://schemas.openxmlformats.org/drawingml/2006/main">
              <a:ext uri="{FF2B5EF4-FFF2-40B4-BE49-F238E27FC236}">
                <a16:creationId xmlns:a16="http://schemas.microsoft.com/office/drawing/2014/main" id="{FA9E5DE7-44BA-473F-BA7D-D3A9C34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0" y="4406900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80" name="line-0977">
            <a:extLst xmlns:a="http://schemas.openxmlformats.org/drawingml/2006/main">
              <a:ext uri="{FF2B5EF4-FFF2-40B4-BE49-F238E27FC236}">
                <a16:creationId xmlns:a16="http://schemas.microsoft.com/office/drawing/2014/main" id="{76EC5CF0-E30E-4295-B053-FC5FC51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0488" y="4406900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81" name="line-0978">
            <a:extLst xmlns:a="http://schemas.openxmlformats.org/drawingml/2006/main">
              <a:ext uri="{FF2B5EF4-FFF2-40B4-BE49-F238E27FC236}">
                <a16:creationId xmlns:a16="http://schemas.microsoft.com/office/drawing/2014/main" id="{EB8A087B-DD75-42BA-AC78-E08C1364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0500" y="6315075"/>
            <a:ext cx="1181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182" name="shape-0979">
            <a:extLst xmlns:a="http://schemas.openxmlformats.org/drawingml/2006/main">
              <a:ext uri="{FF2B5EF4-FFF2-40B4-BE49-F238E27FC236}">
                <a16:creationId xmlns:a16="http://schemas.microsoft.com/office/drawing/2014/main" id="{EF8F181F-EBA0-4E60-825B-15860740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532447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183" name="shape-0980">
            <a:extLst xmlns:a="http://schemas.openxmlformats.org/drawingml/2006/main">
              <a:ext uri="{FF2B5EF4-FFF2-40B4-BE49-F238E27FC236}">
                <a16:creationId xmlns:a16="http://schemas.microsoft.com/office/drawing/2014/main" id="{6495D6C3-D4FF-491D-96D7-9BD2B03B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146" y="5384346"/>
            <a:ext cx="718457" cy="7184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184" name="shape-0981">
            <a:extLst xmlns:a="http://schemas.openxmlformats.org/drawingml/2006/main">
              <a:ext uri="{FF2B5EF4-FFF2-40B4-BE49-F238E27FC236}">
                <a16:creationId xmlns:a16="http://schemas.microsoft.com/office/drawing/2014/main" id="{B07260E6-25E6-411F-BF28-778DB8AD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018" y="5444218"/>
            <a:ext cx="598714" cy="598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185" name="shape-0982">
            <a:extLst xmlns:a="http://schemas.openxmlformats.org/drawingml/2006/main">
              <a:ext uri="{FF2B5EF4-FFF2-40B4-BE49-F238E27FC236}">
                <a16:creationId xmlns:a16="http://schemas.microsoft.com/office/drawing/2014/main" id="{E561F25E-D0BD-451A-B58F-BF663F6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889" y="5504089"/>
            <a:ext cx="478971" cy="4789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186" name="shape-0983">
            <a:extLst xmlns:a="http://schemas.openxmlformats.org/drawingml/2006/main">
              <a:ext uri="{FF2B5EF4-FFF2-40B4-BE49-F238E27FC236}">
                <a16:creationId xmlns:a16="http://schemas.microsoft.com/office/drawing/2014/main" id="{ADF0A1C0-913A-40EA-85D4-583C4280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761" y="5563961"/>
            <a:ext cx="359229" cy="3592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187" name="shape-0984">
            <a:extLst xmlns:a="http://schemas.openxmlformats.org/drawingml/2006/main">
              <a:ext uri="{FF2B5EF4-FFF2-40B4-BE49-F238E27FC236}">
                <a16:creationId xmlns:a16="http://schemas.microsoft.com/office/drawing/2014/main" id="{E11174A3-359C-40E9-BC6D-1BCD0005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632" y="5623832"/>
            <a:ext cx="239486" cy="2394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188" name="shape-0985">
            <a:extLst xmlns:a="http://schemas.openxmlformats.org/drawingml/2006/main">
              <a:ext uri="{FF2B5EF4-FFF2-40B4-BE49-F238E27FC236}">
                <a16:creationId xmlns:a16="http://schemas.microsoft.com/office/drawing/2014/main" id="{16EA8963-5CE9-4DFA-96E9-D0D51348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504" y="5683704"/>
            <a:ext cx="119743" cy="119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189" name="shape-0986">
            <a:extLst xmlns:a="http://schemas.openxmlformats.org/drawingml/2006/main">
              <a:ext uri="{FF2B5EF4-FFF2-40B4-BE49-F238E27FC236}">
                <a16:creationId xmlns:a16="http://schemas.microsoft.com/office/drawing/2014/main" id="{574C6950-792F-4F03-AFDE-C738FDD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5381625"/>
            <a:ext cx="23812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90" name="text-0987">
            <a:extLst xmlns:a="http://schemas.openxmlformats.org/drawingml/2006/main">
              <a:ext uri="{FF2B5EF4-FFF2-40B4-BE49-F238E27FC236}">
                <a16:creationId xmlns:a16="http://schemas.microsoft.com/office/drawing/2014/main" id="{4A49C518-7A60-4FF2-A4F1-646B43AE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1" name="text-0988">
            <a:extLst xmlns:a="http://schemas.openxmlformats.org/drawingml/2006/main">
              <a:ext uri="{FF2B5EF4-FFF2-40B4-BE49-F238E27FC236}">
                <a16:creationId xmlns:a16="http://schemas.microsoft.com/office/drawing/2014/main" id="{3DC3A3A9-81DF-4C24-9859-7C4DBD8B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625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整体移动</a:t>
            </a:r>
          </a:p>
        </p:txBody>
      </p:sp>
      <p:sp>
        <p:nvSpPr>
          <p:cNvPr id="192" name="shape-0989">
            <a:extLst xmlns:a="http://schemas.openxmlformats.org/drawingml/2006/main">
              <a:ext uri="{FF2B5EF4-FFF2-40B4-BE49-F238E27FC236}">
                <a16:creationId xmlns:a16="http://schemas.microsoft.com/office/drawing/2014/main" id="{37628E35-C346-4F8F-9EA2-DD8CAFA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5762625"/>
            <a:ext cx="1571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93" name="text-0990">
            <a:extLst xmlns:a="http://schemas.openxmlformats.org/drawingml/2006/main">
              <a:ext uri="{FF2B5EF4-FFF2-40B4-BE49-F238E27FC236}">
                <a16:creationId xmlns:a16="http://schemas.microsoft.com/office/drawing/2014/main" id="{2756A039-A75F-4753-9204-60CD4283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8388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全序列恒定负 lag</a:t>
            </a:r>
          </a:p>
        </p:txBody>
      </p:sp>
      <p:sp>
        <p:nvSpPr>
          <p:cNvPr id="194" name="text-0991">
            <a:extLst xmlns:a="http://schemas.openxmlformats.org/drawingml/2006/main">
              <a:ext uri="{FF2B5EF4-FFF2-40B4-BE49-F238E27FC236}">
                <a16:creationId xmlns:a16="http://schemas.microsoft.com/office/drawing/2014/main" id="{52863B2F-9A40-4248-B055-8950D968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01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操作前</a:t>
            </a:r>
          </a:p>
        </p:txBody>
      </p:sp>
      <p:sp>
        <p:nvSpPr>
          <p:cNvPr id="195" name="shape-0992">
            <a:extLst xmlns:a="http://schemas.openxmlformats.org/drawingml/2006/main">
              <a:ext uri="{FF2B5EF4-FFF2-40B4-BE49-F238E27FC236}">
                <a16:creationId xmlns:a16="http://schemas.microsoft.com/office/drawing/2014/main" id="{C131C39F-1BB9-4EE4-82BB-C07896E7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5191125"/>
            <a:ext cx="762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96" name="text-0993">
            <a:extLst xmlns:a="http://schemas.openxmlformats.org/drawingml/2006/main">
              <a:ext uri="{FF2B5EF4-FFF2-40B4-BE49-F238E27FC236}">
                <a16:creationId xmlns:a16="http://schemas.microsoft.com/office/drawing/2014/main" id="{37DD359F-6D32-46EA-B28F-25F603BE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197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操作前</a:t>
            </a:r>
          </a:p>
        </p:txBody>
      </p:sp>
      <p:sp>
        <p:nvSpPr>
          <p:cNvPr id="197" name="shape-0994">
            <a:extLst xmlns:a="http://schemas.openxmlformats.org/drawingml/2006/main">
              <a:ext uri="{FF2B5EF4-FFF2-40B4-BE49-F238E27FC236}">
                <a16:creationId xmlns:a16="http://schemas.microsoft.com/office/drawing/2014/main" id="{0D139035-DD94-4887-B983-39CAF121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5191125"/>
            <a:ext cx="762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98" name="text-0995">
            <a:extLst xmlns:a="http://schemas.openxmlformats.org/drawingml/2006/main">
              <a:ext uri="{FF2B5EF4-FFF2-40B4-BE49-F238E27FC236}">
                <a16:creationId xmlns:a16="http://schemas.microsoft.com/office/drawing/2014/main" id="{EA5E6D47-A482-405B-828E-6267318C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操作后</a:t>
            </a:r>
          </a:p>
        </p:txBody>
      </p:sp>
      <p:sp>
        <p:nvSpPr>
          <p:cNvPr id="199" name="shape-0996">
            <a:extLst xmlns:a="http://schemas.openxmlformats.org/drawingml/2006/main">
              <a:ext uri="{FF2B5EF4-FFF2-40B4-BE49-F238E27FC236}">
                <a16:creationId xmlns:a16="http://schemas.microsoft.com/office/drawing/2014/main" id="{1D4FE6D3-A27B-4C99-B9B0-A7A20577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571500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4763">
            <a:solidFill>
              <a:srgbClr val="A96F06"/>
            </a:solidFill>
            <a:prstDash val="solid"/>
          </a:ln>
        </p:spPr>
      </p:sp>
      <p:sp>
        <p:nvSpPr>
          <p:cNvPr id="200" name="text-0997">
            <a:extLst xmlns:a="http://schemas.openxmlformats.org/drawingml/2006/main">
              <a:ext uri="{FF2B5EF4-FFF2-40B4-BE49-F238E27FC236}">
                <a16:creationId xmlns:a16="http://schemas.microsoft.com/office/drawing/2014/main" id="{E24E86B9-CE27-4C2A-8C29-7012C968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4768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wholeSeriesMove</a:t>
            </a:r>
          </a:p>
        </p:txBody>
      </p:sp>
      <p:sp>
        <p:nvSpPr>
          <p:cNvPr id="201" name="shape-0998">
            <a:extLst xmlns:a="http://schemas.openxmlformats.org/drawingml/2006/main">
              <a:ext uri="{FF2B5EF4-FFF2-40B4-BE49-F238E27FC236}">
                <a16:creationId xmlns:a16="http://schemas.microsoft.com/office/drawing/2014/main" id="{F48810F2-A853-4614-BD18-10C06354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5819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02" name="text-0999">
            <a:extLst xmlns:a="http://schemas.openxmlformats.org/drawingml/2006/main">
              <a:ext uri="{FF2B5EF4-FFF2-40B4-BE49-F238E27FC236}">
                <a16:creationId xmlns:a16="http://schemas.microsoft.com/office/drawing/2014/main" id="{9478BA19-9ADC-463E-9C90-00A48EC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62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树皮侧年份缺失</a:t>
            </a:r>
          </a:p>
        </p:txBody>
      </p:sp>
      <p:sp>
        <p:nvSpPr>
          <p:cNvPr id="203" name="shape-1000">
            <a:extLst xmlns:a="http://schemas.openxmlformats.org/drawingml/2006/main">
              <a:ext uri="{FF2B5EF4-FFF2-40B4-BE49-F238E27FC236}">
                <a16:creationId xmlns:a16="http://schemas.microsoft.com/office/drawing/2014/main" id="{28CEC03C-ED66-48CE-AA13-66D6358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600" y="5305425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204" name="shape-1001">
            <a:extLst xmlns:a="http://schemas.openxmlformats.org/drawingml/2006/main">
              <a:ext uri="{FF2B5EF4-FFF2-40B4-BE49-F238E27FC236}">
                <a16:creationId xmlns:a16="http://schemas.microsoft.com/office/drawing/2014/main" id="{2362B56A-5D6D-4BC4-9F0F-9EA3788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9193" y="5368018"/>
            <a:ext cx="751114" cy="7511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5" name="shape-1002">
            <a:extLst xmlns:a="http://schemas.openxmlformats.org/drawingml/2006/main">
              <a:ext uri="{FF2B5EF4-FFF2-40B4-BE49-F238E27FC236}">
                <a16:creationId xmlns:a16="http://schemas.microsoft.com/office/drawing/2014/main" id="{4EAC2975-6160-4722-86F9-C3464A2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1786" y="5430611"/>
            <a:ext cx="625929" cy="6259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6" name="shape-1003">
            <a:extLst xmlns:a="http://schemas.openxmlformats.org/drawingml/2006/main">
              <a:ext uri="{FF2B5EF4-FFF2-40B4-BE49-F238E27FC236}">
                <a16:creationId xmlns:a16="http://schemas.microsoft.com/office/drawing/2014/main" id="{F0A6ABA4-4A41-47D1-BD3D-2A9CE7D6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379" y="5493204"/>
            <a:ext cx="500743" cy="500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7" name="shape-1004">
            <a:extLst xmlns:a="http://schemas.openxmlformats.org/drawingml/2006/main">
              <a:ext uri="{FF2B5EF4-FFF2-40B4-BE49-F238E27FC236}">
                <a16:creationId xmlns:a16="http://schemas.microsoft.com/office/drawing/2014/main" id="{E2C04C1C-CB0D-4C51-8E96-728B9D5D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6971" y="5555796"/>
            <a:ext cx="375557" cy="3755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8" name="shape-1005">
            <a:extLst xmlns:a="http://schemas.openxmlformats.org/drawingml/2006/main">
              <a:ext uri="{FF2B5EF4-FFF2-40B4-BE49-F238E27FC236}">
                <a16:creationId xmlns:a16="http://schemas.microsoft.com/office/drawing/2014/main" id="{9EDC1EBD-6D12-4EF2-829F-6CA4E1DF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9564" y="5618389"/>
            <a:ext cx="250371" cy="2503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9" name="shape-1006">
            <a:extLst xmlns:a="http://schemas.openxmlformats.org/drawingml/2006/main">
              <a:ext uri="{FF2B5EF4-FFF2-40B4-BE49-F238E27FC236}">
                <a16:creationId xmlns:a16="http://schemas.microsoft.com/office/drawing/2014/main" id="{C359EE25-62CF-41C1-9082-B4814FDC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157" y="5680982"/>
            <a:ext cx="125186" cy="1251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10" name="line-1007">
            <a:extLst xmlns:a="http://schemas.openxmlformats.org/drawingml/2006/main">
              <a:ext uri="{FF2B5EF4-FFF2-40B4-BE49-F238E27FC236}">
                <a16:creationId xmlns:a16="http://schemas.microsoft.com/office/drawing/2014/main" id="{1557FF89-8DBC-495B-8C0C-2A65AC84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3275" y="5692775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8C6BA"/>
            </a:solidFill>
            <a:prstDash val="dash"/>
          </a:ln>
        </p:spPr>
      </p:sp>
      <p:sp>
        <p:nvSpPr>
          <p:cNvPr id="211" name="line-1008">
            <a:extLst xmlns:a="http://schemas.openxmlformats.org/drawingml/2006/main">
              <a:ext uri="{FF2B5EF4-FFF2-40B4-BE49-F238E27FC236}">
                <a16:creationId xmlns:a16="http://schemas.microsoft.com/office/drawing/2014/main" id="{5AD37BCC-672F-4EFD-9F4E-AB1AF03A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63275" y="58134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6F06"/>
            </a:solidFill>
            <a:prstDash val="solid"/>
          </a:ln>
        </p:spPr>
      </p:sp>
      <p:sp>
        <p:nvSpPr>
          <p:cNvPr id="212" name="line-1009">
            <a:extLst xmlns:a="http://schemas.openxmlformats.org/drawingml/2006/main">
              <a:ext uri="{FF2B5EF4-FFF2-40B4-BE49-F238E27FC236}">
                <a16:creationId xmlns:a16="http://schemas.microsoft.com/office/drawing/2014/main" id="{6894261F-B196-490A-BA8F-CDB8070B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9013" y="58134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6F06"/>
            </a:solidFill>
            <a:prstDash val="solid"/>
          </a:ln>
        </p:spPr>
      </p:sp>
      <p:sp>
        <p:nvSpPr>
          <p:cNvPr id="213" name="line-1010">
            <a:extLst xmlns:a="http://schemas.openxmlformats.org/drawingml/2006/main">
              <a:ext uri="{FF2B5EF4-FFF2-40B4-BE49-F238E27FC236}">
                <a16:creationId xmlns:a16="http://schemas.microsoft.com/office/drawing/2014/main" id="{22E4527D-A171-4FC9-B5EB-CF163723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0" y="58134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6F06"/>
            </a:solidFill>
            <a:prstDash val="solid"/>
          </a:ln>
        </p:spPr>
      </p:sp>
      <p:sp>
        <p:nvSpPr>
          <p:cNvPr id="214" name="line-1011">
            <a:extLst xmlns:a="http://schemas.openxmlformats.org/drawingml/2006/main">
              <a:ext uri="{FF2B5EF4-FFF2-40B4-BE49-F238E27FC236}">
                <a16:creationId xmlns:a16="http://schemas.microsoft.com/office/drawing/2014/main" id="{0037F934-C04F-4018-AC7B-E8D0FE1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20488" y="5813425"/>
            <a:ext cx="1857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6F06"/>
            </a:solidFill>
            <a:prstDash val="solid"/>
          </a:ln>
        </p:spPr>
      </p:sp>
      <p:sp>
        <p:nvSpPr>
          <p:cNvPr id="215" name="text-1012">
            <a:extLst xmlns:a="http://schemas.openxmlformats.org/drawingml/2006/main">
              <a:ext uri="{FF2B5EF4-FFF2-40B4-BE49-F238E27FC236}">
                <a16:creationId xmlns:a16="http://schemas.microsoft.com/office/drawing/2014/main" id="{C20924CA-B679-44E2-9FD4-C480A595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383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参考年序列</a:t>
            </a:r>
          </a:p>
        </p:txBody>
      </p:sp>
      <p:sp>
        <p:nvSpPr>
          <p:cNvPr id="216" name="text-1013">
            <a:extLst xmlns:a="http://schemas.openxmlformats.org/drawingml/2006/main">
              <a:ext uri="{FF2B5EF4-FFF2-40B4-BE49-F238E27FC236}">
                <a16:creationId xmlns:a16="http://schemas.microsoft.com/office/drawing/2014/main" id="{701D77D3-8EA0-4408-84E7-CC383F72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47875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测量年序列</a:t>
            </a:r>
          </a:p>
        </p:txBody>
      </p:sp>
      <p:sp>
        <p:nvSpPr>
          <p:cNvPr id="217" name="shape-1014">
            <a:extLst xmlns:a="http://schemas.openxmlformats.org/drawingml/2006/main">
              <a:ext uri="{FF2B5EF4-FFF2-40B4-BE49-F238E27FC236}">
                <a16:creationId xmlns:a16="http://schemas.microsoft.com/office/drawing/2014/main" id="{FB4269AF-2C31-491C-8179-FBF3C804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18" name="text-1015">
            <a:extLst xmlns:a="http://schemas.openxmlformats.org/drawingml/2006/main">
              <a:ext uri="{FF2B5EF4-FFF2-40B4-BE49-F238E27FC236}">
                <a16:creationId xmlns:a16="http://schemas.microsoft.com/office/drawing/2014/main" id="{FDC4D04B-816B-4ADD-9479-9E7B25AC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219" name="shape-1016">
            <a:extLst xmlns:a="http://schemas.openxmlformats.org/drawingml/2006/main">
              <a:ext uri="{FF2B5EF4-FFF2-40B4-BE49-F238E27FC236}">
                <a16:creationId xmlns:a16="http://schemas.microsoft.com/office/drawing/2014/main" id="{9CEF01CF-BCCE-4086-ACF6-88D4E2F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0" name="text-1017">
            <a:extLst xmlns:a="http://schemas.openxmlformats.org/drawingml/2006/main">
              <a:ext uri="{FF2B5EF4-FFF2-40B4-BE49-F238E27FC236}">
                <a16:creationId xmlns:a16="http://schemas.microsoft.com/office/drawing/2014/main" id="{297D5894-4033-4929-A7B7-DE2BED61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221" name="shape-1018">
            <a:extLst xmlns:a="http://schemas.openxmlformats.org/drawingml/2006/main">
              <a:ext uri="{FF2B5EF4-FFF2-40B4-BE49-F238E27FC236}">
                <a16:creationId xmlns:a16="http://schemas.microsoft.com/office/drawing/2014/main" id="{1D2910DC-D33E-4A4C-923E-B2046B7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2" name="text-1019">
            <a:extLst xmlns:a="http://schemas.openxmlformats.org/drawingml/2006/main">
              <a:ext uri="{FF2B5EF4-FFF2-40B4-BE49-F238E27FC236}">
                <a16:creationId xmlns:a16="http://schemas.microsoft.com/office/drawing/2014/main" id="{1F4B09D6-6D2B-4A99-BA00-4C7996C8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223" name="shape-1020">
            <a:extLst xmlns:a="http://schemas.openxmlformats.org/drawingml/2006/main">
              <a:ext uri="{FF2B5EF4-FFF2-40B4-BE49-F238E27FC236}">
                <a16:creationId xmlns:a16="http://schemas.microsoft.com/office/drawing/2014/main" id="{467F5D0D-AD05-4FA8-83CF-4452C8ED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4" name="text-1021">
            <a:extLst xmlns:a="http://schemas.openxmlformats.org/drawingml/2006/main">
              <a:ext uri="{FF2B5EF4-FFF2-40B4-BE49-F238E27FC236}">
                <a16:creationId xmlns:a16="http://schemas.microsoft.com/office/drawing/2014/main" id="{38C5622D-71C4-42B4-A180-3BB6F811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225" name="shape-1022">
            <a:extLst xmlns:a="http://schemas.openxmlformats.org/drawingml/2006/main">
              <a:ext uri="{FF2B5EF4-FFF2-40B4-BE49-F238E27FC236}">
                <a16:creationId xmlns:a16="http://schemas.microsoft.com/office/drawing/2014/main" id="{A95AE70E-0D60-429D-B3BE-5BC1F84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6" name="text-1023">
            <a:extLst xmlns:a="http://schemas.openxmlformats.org/drawingml/2006/main">
              <a:ext uri="{FF2B5EF4-FFF2-40B4-BE49-F238E27FC236}">
                <a16:creationId xmlns:a16="http://schemas.microsoft.com/office/drawing/2014/main" id="{CCF05BF5-C325-4A6E-899E-8D098E07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227" name="shape-1024">
            <a:extLst xmlns:a="http://schemas.openxmlformats.org/drawingml/2006/main">
              <a:ext uri="{FF2B5EF4-FFF2-40B4-BE49-F238E27FC236}">
                <a16:creationId xmlns:a16="http://schemas.microsoft.com/office/drawing/2014/main" id="{828DC82E-FB73-4722-A415-8E2C1520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8" name="text-1025">
            <a:extLst xmlns:a="http://schemas.openxmlformats.org/drawingml/2006/main">
              <a:ext uri="{FF2B5EF4-FFF2-40B4-BE49-F238E27FC236}">
                <a16:creationId xmlns:a16="http://schemas.microsoft.com/office/drawing/2014/main" id="{FA599493-18AF-4CC7-89B0-3ABA6E8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229" name="shape-1026">
            <a:extLst xmlns:a="http://schemas.openxmlformats.org/drawingml/2006/main">
              <a:ext uri="{FF2B5EF4-FFF2-40B4-BE49-F238E27FC236}">
                <a16:creationId xmlns:a16="http://schemas.microsoft.com/office/drawing/2014/main" id="{7E969355-51C6-4D4C-A4DB-DE30A469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30" name="text-1027">
            <a:extLst xmlns:a="http://schemas.openxmlformats.org/drawingml/2006/main">
              <a:ext uri="{FF2B5EF4-FFF2-40B4-BE49-F238E27FC236}">
                <a16:creationId xmlns:a16="http://schemas.microsoft.com/office/drawing/2014/main" id="{2C592AAC-1482-4645-9AE3-24842C31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231" name="shape-1028">
            <a:extLst xmlns:a="http://schemas.openxmlformats.org/drawingml/2006/main">
              <a:ext uri="{FF2B5EF4-FFF2-40B4-BE49-F238E27FC236}">
                <a16:creationId xmlns:a16="http://schemas.microsoft.com/office/drawing/2014/main" id="{AB730A8F-EC8D-4E4B-BA27-8DD85A36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32" name="text-1029">
            <a:extLst xmlns:a="http://schemas.openxmlformats.org/drawingml/2006/main">
              <a:ext uri="{FF2B5EF4-FFF2-40B4-BE49-F238E27FC236}">
                <a16:creationId xmlns:a16="http://schemas.microsoft.com/office/drawing/2014/main" id="{13C71DD0-2BA7-4610-8DA3-3E6293DE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233" name="shape-1030">
            <a:extLst xmlns:a="http://schemas.openxmlformats.org/drawingml/2006/main">
              <a:ext uri="{FF2B5EF4-FFF2-40B4-BE49-F238E27FC236}">
                <a16:creationId xmlns:a16="http://schemas.microsoft.com/office/drawing/2014/main" id="{1E2CBF5D-075E-48E8-AD4E-93FAA77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34" name="text-1031">
            <a:extLst xmlns:a="http://schemas.openxmlformats.org/drawingml/2006/main">
              <a:ext uri="{FF2B5EF4-FFF2-40B4-BE49-F238E27FC236}">
                <a16:creationId xmlns:a16="http://schemas.microsoft.com/office/drawing/2014/main" id="{4D177C53-5518-4F1C-888D-4DD0613A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5" name="shape-1032">
            <a:extLst xmlns:a="http://schemas.openxmlformats.org/drawingml/2006/main">
              <a:ext uri="{FF2B5EF4-FFF2-40B4-BE49-F238E27FC236}">
                <a16:creationId xmlns:a16="http://schemas.microsoft.com/office/drawing/2014/main" id="{0C0B9817-533B-4FF6-9750-6A1D6FA2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36" name="text-1033">
            <a:extLst xmlns:a="http://schemas.openxmlformats.org/drawingml/2006/main">
              <a:ext uri="{FF2B5EF4-FFF2-40B4-BE49-F238E27FC236}">
                <a16:creationId xmlns:a16="http://schemas.microsoft.com/office/drawing/2014/main" id="{DB89D982-EBDA-452F-BA9D-684506D6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237" name="shape-1034">
            <a:extLst xmlns:a="http://schemas.openxmlformats.org/drawingml/2006/main">
              <a:ext uri="{FF2B5EF4-FFF2-40B4-BE49-F238E27FC236}">
                <a16:creationId xmlns:a16="http://schemas.microsoft.com/office/drawing/2014/main" id="{C9B92ECA-C7CC-4507-A64E-ED0BEC10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38" name="text-1035">
            <a:extLst xmlns:a="http://schemas.openxmlformats.org/drawingml/2006/main">
              <a:ext uri="{FF2B5EF4-FFF2-40B4-BE49-F238E27FC236}">
                <a16:creationId xmlns:a16="http://schemas.microsoft.com/office/drawing/2014/main" id="{45A729FD-0ABE-413C-A376-050EB7BE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239" name="shape-1036">
            <a:extLst xmlns:a="http://schemas.openxmlformats.org/drawingml/2006/main">
              <a:ext uri="{FF2B5EF4-FFF2-40B4-BE49-F238E27FC236}">
                <a16:creationId xmlns:a16="http://schemas.microsoft.com/office/drawing/2014/main" id="{4282886D-EE28-49B3-AECE-5011EDF6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0" name="text-1037">
            <a:extLst xmlns:a="http://schemas.openxmlformats.org/drawingml/2006/main">
              <a:ext uri="{FF2B5EF4-FFF2-40B4-BE49-F238E27FC236}">
                <a16:creationId xmlns:a16="http://schemas.microsoft.com/office/drawing/2014/main" id="{2AF7C99D-563E-40B3-9F32-9821B858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241" name="shape-1038">
            <a:extLst xmlns:a="http://schemas.openxmlformats.org/drawingml/2006/main">
              <a:ext uri="{FF2B5EF4-FFF2-40B4-BE49-F238E27FC236}">
                <a16:creationId xmlns:a16="http://schemas.microsoft.com/office/drawing/2014/main" id="{A9F1F44F-7629-4E61-81EA-9C15B00D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2" name="text-1039">
            <a:extLst xmlns:a="http://schemas.openxmlformats.org/drawingml/2006/main">
              <a:ext uri="{FF2B5EF4-FFF2-40B4-BE49-F238E27FC236}">
                <a16:creationId xmlns:a16="http://schemas.microsoft.com/office/drawing/2014/main" id="{EB49F88E-EC56-43F6-B060-C445C791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243" name="shape-1040">
            <a:extLst xmlns:a="http://schemas.openxmlformats.org/drawingml/2006/main">
              <a:ext uri="{FF2B5EF4-FFF2-40B4-BE49-F238E27FC236}">
                <a16:creationId xmlns:a16="http://schemas.microsoft.com/office/drawing/2014/main" id="{0FD446C3-C910-4629-AA7E-1529573E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4" name="text-1041">
            <a:extLst xmlns:a="http://schemas.openxmlformats.org/drawingml/2006/main">
              <a:ext uri="{FF2B5EF4-FFF2-40B4-BE49-F238E27FC236}">
                <a16:creationId xmlns:a16="http://schemas.microsoft.com/office/drawing/2014/main" id="{FF796D63-1B64-4F0C-AEE8-E17FAE69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245" name="shape-1042">
            <a:extLst xmlns:a="http://schemas.openxmlformats.org/drawingml/2006/main">
              <a:ext uri="{FF2B5EF4-FFF2-40B4-BE49-F238E27FC236}">
                <a16:creationId xmlns:a16="http://schemas.microsoft.com/office/drawing/2014/main" id="{C1037C3F-F303-4387-9F08-FCD09317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6" name="text-1043">
            <a:extLst xmlns:a="http://schemas.openxmlformats.org/drawingml/2006/main">
              <a:ext uri="{FF2B5EF4-FFF2-40B4-BE49-F238E27FC236}">
                <a16:creationId xmlns:a16="http://schemas.microsoft.com/office/drawing/2014/main" id="{9810EC81-5691-4DF6-8A92-B022C5C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247" name="shape-1044">
            <a:extLst xmlns:a="http://schemas.openxmlformats.org/drawingml/2006/main">
              <a:ext uri="{FF2B5EF4-FFF2-40B4-BE49-F238E27FC236}">
                <a16:creationId xmlns:a16="http://schemas.microsoft.com/office/drawing/2014/main" id="{8AF121F5-D0AC-4B99-B1FB-F77D68E4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8" name="text-1045">
            <a:extLst xmlns:a="http://schemas.openxmlformats.org/drawingml/2006/main">
              <a:ext uri="{FF2B5EF4-FFF2-40B4-BE49-F238E27FC236}">
                <a16:creationId xmlns:a16="http://schemas.microsoft.com/office/drawing/2014/main" id="{8490B4C2-103D-4829-B007-232EF810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249" name="shape-1046">
            <a:extLst xmlns:a="http://schemas.openxmlformats.org/drawingml/2006/main">
              <a:ext uri="{FF2B5EF4-FFF2-40B4-BE49-F238E27FC236}">
                <a16:creationId xmlns:a16="http://schemas.microsoft.com/office/drawing/2014/main" id="{0EBD40AC-A905-46DE-8837-406A8AFC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50" name="text-1047">
            <a:extLst xmlns:a="http://schemas.openxmlformats.org/drawingml/2006/main">
              <a:ext uri="{FF2B5EF4-FFF2-40B4-BE49-F238E27FC236}">
                <a16:creationId xmlns:a16="http://schemas.microsoft.com/office/drawing/2014/main" id="{7A304112-8CBF-4B46-95FC-691C7A48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251" name="shape-1048">
            <a:extLst xmlns:a="http://schemas.openxmlformats.org/drawingml/2006/main">
              <a:ext uri="{FF2B5EF4-FFF2-40B4-BE49-F238E27FC236}">
                <a16:creationId xmlns:a16="http://schemas.microsoft.com/office/drawing/2014/main" id="{B210CD06-422E-4CE6-8090-81E04858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52" name="text-1049">
            <a:extLst xmlns:a="http://schemas.openxmlformats.org/drawingml/2006/main">
              <a:ext uri="{FF2B5EF4-FFF2-40B4-BE49-F238E27FC236}">
                <a16:creationId xmlns:a16="http://schemas.microsoft.com/office/drawing/2014/main" id="{6A51A248-250B-4FCE-8561-10344738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192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253" name="shape-1050">
            <a:extLst xmlns:a="http://schemas.openxmlformats.org/drawingml/2006/main">
              <a:ext uri="{FF2B5EF4-FFF2-40B4-BE49-F238E27FC236}">
                <a16:creationId xmlns:a16="http://schemas.microsoft.com/office/drawing/2014/main" id="{E55ED02F-23FA-4566-9F05-735B7283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54" name="text-1051">
            <a:extLst xmlns:a="http://schemas.openxmlformats.org/drawingml/2006/main">
              <a:ext uri="{FF2B5EF4-FFF2-40B4-BE49-F238E27FC236}">
                <a16:creationId xmlns:a16="http://schemas.microsoft.com/office/drawing/2014/main" id="{33F55BDE-7958-4F7F-A8A2-04E2BF1A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255" name="shape-1052">
            <a:extLst xmlns:a="http://schemas.openxmlformats.org/drawingml/2006/main">
              <a:ext uri="{FF2B5EF4-FFF2-40B4-BE49-F238E27FC236}">
                <a16:creationId xmlns:a16="http://schemas.microsoft.com/office/drawing/2014/main" id="{4789B480-110D-4DC3-B202-C602DE3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56" name="text-1053">
            <a:extLst xmlns:a="http://schemas.openxmlformats.org/drawingml/2006/main">
              <a:ext uri="{FF2B5EF4-FFF2-40B4-BE49-F238E27FC236}">
                <a16:creationId xmlns:a16="http://schemas.microsoft.com/office/drawing/2014/main" id="{D80C0CC9-8D70-4C91-A1D6-D9CA518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257" name="shape-1054">
            <a:extLst xmlns:a="http://schemas.openxmlformats.org/drawingml/2006/main">
              <a:ext uri="{FF2B5EF4-FFF2-40B4-BE49-F238E27FC236}">
                <a16:creationId xmlns:a16="http://schemas.microsoft.com/office/drawing/2014/main" id="{81DAFEB7-FF5B-4336-9B1E-2035F5F4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7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58" name="text-1055">
            <a:extLst xmlns:a="http://schemas.openxmlformats.org/drawingml/2006/main">
              <a:ext uri="{FF2B5EF4-FFF2-40B4-BE49-F238E27FC236}">
                <a16:creationId xmlns:a16="http://schemas.microsoft.com/office/drawing/2014/main" id="{FE1E7A2F-49A0-47AF-9AA4-7BE33D10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259" name="shape-1056">
            <a:extLst xmlns:a="http://schemas.openxmlformats.org/drawingml/2006/main">
              <a:ext uri="{FF2B5EF4-FFF2-40B4-BE49-F238E27FC236}">
                <a16:creationId xmlns:a16="http://schemas.microsoft.com/office/drawing/2014/main" id="{0A95181C-EBB4-486B-A134-4CD42F5D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60" name="text-1057">
            <a:extLst xmlns:a="http://schemas.openxmlformats.org/drawingml/2006/main">
              <a:ext uri="{FF2B5EF4-FFF2-40B4-BE49-F238E27FC236}">
                <a16:creationId xmlns:a16="http://schemas.microsoft.com/office/drawing/2014/main" id="{E4D75423-7636-4D85-9E04-FE8E307D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261" name="shape-1058">
            <a:extLst xmlns:a="http://schemas.openxmlformats.org/drawingml/2006/main">
              <a:ext uri="{FF2B5EF4-FFF2-40B4-BE49-F238E27FC236}">
                <a16:creationId xmlns:a16="http://schemas.microsoft.com/office/drawing/2014/main" id="{077739B7-230E-498F-9B13-13A53D5C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62" name="text-1059">
            <a:extLst xmlns:a="http://schemas.openxmlformats.org/drawingml/2006/main">
              <a:ext uri="{FF2B5EF4-FFF2-40B4-BE49-F238E27FC236}">
                <a16:creationId xmlns:a16="http://schemas.microsoft.com/office/drawing/2014/main" id="{B0275BCD-560B-4600-811C-1B19A431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263" name="shape-1060">
            <a:extLst xmlns:a="http://schemas.openxmlformats.org/drawingml/2006/main">
              <a:ext uri="{FF2B5EF4-FFF2-40B4-BE49-F238E27FC236}">
                <a16:creationId xmlns:a16="http://schemas.microsoft.com/office/drawing/2014/main" id="{B2978902-10D6-45C5-A434-B8A4D9EB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19716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64" name="text-1061">
            <a:extLst xmlns:a="http://schemas.openxmlformats.org/drawingml/2006/main">
              <a:ext uri="{FF2B5EF4-FFF2-40B4-BE49-F238E27FC236}">
                <a16:creationId xmlns:a16="http://schemas.microsoft.com/office/drawing/2014/main" id="{0ED24180-39DE-4368-915D-2318EC0C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977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265" name="text-1062">
            <a:extLst xmlns:a="http://schemas.openxmlformats.org/drawingml/2006/main">
              <a:ext uri="{FF2B5EF4-FFF2-40B4-BE49-F238E27FC236}">
                <a16:creationId xmlns:a16="http://schemas.microsoft.com/office/drawing/2014/main" id="{2157CBBF-C215-4E75-9F10-26311C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24175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参考年序列</a:t>
            </a:r>
          </a:p>
        </p:txBody>
      </p:sp>
      <p:sp>
        <p:nvSpPr>
          <p:cNvPr id="266" name="text-1063">
            <a:extLst xmlns:a="http://schemas.openxmlformats.org/drawingml/2006/main">
              <a:ext uri="{FF2B5EF4-FFF2-40B4-BE49-F238E27FC236}">
                <a16:creationId xmlns:a16="http://schemas.microsoft.com/office/drawing/2014/main" id="{7DBCD2B9-D79B-4D77-9886-E1776137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测量年序列</a:t>
            </a:r>
          </a:p>
        </p:txBody>
      </p:sp>
      <p:sp>
        <p:nvSpPr>
          <p:cNvPr id="267" name="shape-1064">
            <a:extLst xmlns:a="http://schemas.openxmlformats.org/drawingml/2006/main">
              <a:ext uri="{FF2B5EF4-FFF2-40B4-BE49-F238E27FC236}">
                <a16:creationId xmlns:a16="http://schemas.microsoft.com/office/drawing/2014/main" id="{9268F033-3260-4445-BC96-09F12F0A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68" name="text-1065">
            <a:extLst xmlns:a="http://schemas.openxmlformats.org/drawingml/2006/main">
              <a:ext uri="{FF2B5EF4-FFF2-40B4-BE49-F238E27FC236}">
                <a16:creationId xmlns:a16="http://schemas.microsoft.com/office/drawing/2014/main" id="{3F7F832E-A65E-425F-A8AC-80D623C6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269" name="shape-1066">
            <a:extLst xmlns:a="http://schemas.openxmlformats.org/drawingml/2006/main">
              <a:ext uri="{FF2B5EF4-FFF2-40B4-BE49-F238E27FC236}">
                <a16:creationId xmlns:a16="http://schemas.microsoft.com/office/drawing/2014/main" id="{97F35CC7-B090-4B6C-91E2-1F8C3A3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70" name="text-1067">
            <a:extLst xmlns:a="http://schemas.openxmlformats.org/drawingml/2006/main">
              <a:ext uri="{FF2B5EF4-FFF2-40B4-BE49-F238E27FC236}">
                <a16:creationId xmlns:a16="http://schemas.microsoft.com/office/drawing/2014/main" id="{68244CA8-7A58-4356-ABB4-381034BC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271" name="shape-1068">
            <a:extLst xmlns:a="http://schemas.openxmlformats.org/drawingml/2006/main">
              <a:ext uri="{FF2B5EF4-FFF2-40B4-BE49-F238E27FC236}">
                <a16:creationId xmlns:a16="http://schemas.microsoft.com/office/drawing/2014/main" id="{DBCFBCF3-9045-4BEB-8914-352D62FA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72" name="text-1069">
            <a:extLst xmlns:a="http://schemas.openxmlformats.org/drawingml/2006/main">
              <a:ext uri="{FF2B5EF4-FFF2-40B4-BE49-F238E27FC236}">
                <a16:creationId xmlns:a16="http://schemas.microsoft.com/office/drawing/2014/main" id="{D1EDE09A-A2E2-4E5D-A691-25C0B431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273" name="shape-1070">
            <a:extLst xmlns:a="http://schemas.openxmlformats.org/drawingml/2006/main">
              <a:ext uri="{FF2B5EF4-FFF2-40B4-BE49-F238E27FC236}">
                <a16:creationId xmlns:a16="http://schemas.microsoft.com/office/drawing/2014/main" id="{31C68369-E9A5-4E8C-804B-3D8FBB5F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74" name="text-1071">
            <a:extLst xmlns:a="http://schemas.openxmlformats.org/drawingml/2006/main">
              <a:ext uri="{FF2B5EF4-FFF2-40B4-BE49-F238E27FC236}">
                <a16:creationId xmlns:a16="http://schemas.microsoft.com/office/drawing/2014/main" id="{3089C037-54D4-4B96-9365-ADD70094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275" name="shape-1072">
            <a:extLst xmlns:a="http://schemas.openxmlformats.org/drawingml/2006/main">
              <a:ext uri="{FF2B5EF4-FFF2-40B4-BE49-F238E27FC236}">
                <a16:creationId xmlns:a16="http://schemas.microsoft.com/office/drawing/2014/main" id="{66DE73BE-D8C9-4FA2-B8D3-303056AF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76" name="text-1073">
            <a:extLst xmlns:a="http://schemas.openxmlformats.org/drawingml/2006/main">
              <a:ext uri="{FF2B5EF4-FFF2-40B4-BE49-F238E27FC236}">
                <a16:creationId xmlns:a16="http://schemas.microsoft.com/office/drawing/2014/main" id="{EE4C1EB5-636D-42D4-9B73-4DB91E91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277" name="shape-1074">
            <a:extLst xmlns:a="http://schemas.openxmlformats.org/drawingml/2006/main">
              <a:ext uri="{FF2B5EF4-FFF2-40B4-BE49-F238E27FC236}">
                <a16:creationId xmlns:a16="http://schemas.microsoft.com/office/drawing/2014/main" id="{794BFA9D-7435-455D-95FA-C3A14DB7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78" name="text-1075">
            <a:extLst xmlns:a="http://schemas.openxmlformats.org/drawingml/2006/main">
              <a:ext uri="{FF2B5EF4-FFF2-40B4-BE49-F238E27FC236}">
                <a16:creationId xmlns:a16="http://schemas.microsoft.com/office/drawing/2014/main" id="{1859C98A-FC96-48FD-A5D7-73240F77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279" name="shape-1076">
            <a:extLst xmlns:a="http://schemas.openxmlformats.org/drawingml/2006/main">
              <a:ext uri="{FF2B5EF4-FFF2-40B4-BE49-F238E27FC236}">
                <a16:creationId xmlns:a16="http://schemas.microsoft.com/office/drawing/2014/main" id="{92C1A931-7D45-4C2D-8353-A9161351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257550"/>
            <a:ext cx="295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0" name="text-1077">
            <a:extLst xmlns:a="http://schemas.openxmlformats.org/drawingml/2006/main">
              <a:ext uri="{FF2B5EF4-FFF2-40B4-BE49-F238E27FC236}">
                <a16:creationId xmlns:a16="http://schemas.microsoft.com/office/drawing/2014/main" id="{FAD3433E-9673-4C73-B166-28495D7F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95650"/>
            <a:ext cx="2571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281" name="shape-1078">
            <a:extLst xmlns:a="http://schemas.openxmlformats.org/drawingml/2006/main">
              <a:ext uri="{FF2B5EF4-FFF2-40B4-BE49-F238E27FC236}">
                <a16:creationId xmlns:a16="http://schemas.microsoft.com/office/drawing/2014/main" id="{4E065328-8CFB-495B-8BDC-1C14CCCA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257550"/>
            <a:ext cx="295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2" name="text-1079">
            <a:extLst xmlns:a="http://schemas.openxmlformats.org/drawingml/2006/main">
              <a:ext uri="{FF2B5EF4-FFF2-40B4-BE49-F238E27FC236}">
                <a16:creationId xmlns:a16="http://schemas.microsoft.com/office/drawing/2014/main" id="{CCCDD46C-0F49-49CF-965C-FA3698C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95650"/>
            <a:ext cx="2571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283" name="shape-1080">
            <a:extLst xmlns:a="http://schemas.openxmlformats.org/drawingml/2006/main">
              <a:ext uri="{FF2B5EF4-FFF2-40B4-BE49-F238E27FC236}">
                <a16:creationId xmlns:a16="http://schemas.microsoft.com/office/drawing/2014/main" id="{748C1F23-BB72-432F-B411-0CFCF5D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3257550"/>
            <a:ext cx="295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4" name="text-1081">
            <a:extLst xmlns:a="http://schemas.openxmlformats.org/drawingml/2006/main">
              <a:ext uri="{FF2B5EF4-FFF2-40B4-BE49-F238E27FC236}">
                <a16:creationId xmlns:a16="http://schemas.microsoft.com/office/drawing/2014/main" id="{E8A208A5-7841-4922-A54F-09284E1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95650"/>
            <a:ext cx="2571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285" name="shape-1082">
            <a:extLst xmlns:a="http://schemas.openxmlformats.org/drawingml/2006/main">
              <a:ext uri="{FF2B5EF4-FFF2-40B4-BE49-F238E27FC236}">
                <a16:creationId xmlns:a16="http://schemas.microsoft.com/office/drawing/2014/main" id="{AB706606-A013-4E2E-BD72-94B4F68E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257550"/>
            <a:ext cx="295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ED6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6" name="text-1083">
            <a:extLst xmlns:a="http://schemas.openxmlformats.org/drawingml/2006/main">
              <a:ext uri="{FF2B5EF4-FFF2-40B4-BE49-F238E27FC236}">
                <a16:creationId xmlns:a16="http://schemas.microsoft.com/office/drawing/2014/main" id="{724F4235-9791-4B14-91FD-E1C82C71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95650"/>
            <a:ext cx="2571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287" name="shape-1084">
            <a:extLst xmlns:a="http://schemas.openxmlformats.org/drawingml/2006/main">
              <a:ext uri="{FF2B5EF4-FFF2-40B4-BE49-F238E27FC236}">
                <a16:creationId xmlns:a16="http://schemas.microsoft.com/office/drawing/2014/main" id="{9F34A66F-3661-4714-B8A0-0A8740BD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925" y="3257550"/>
            <a:ext cx="295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8" name="text-1085">
            <a:extLst xmlns:a="http://schemas.openxmlformats.org/drawingml/2006/main">
              <a:ext uri="{FF2B5EF4-FFF2-40B4-BE49-F238E27FC236}">
                <a16:creationId xmlns:a16="http://schemas.microsoft.com/office/drawing/2014/main" id="{85958804-FF47-4779-B4DE-AF6FD396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95650"/>
            <a:ext cx="2571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289" name="shape-1086">
            <a:extLst xmlns:a="http://schemas.openxmlformats.org/drawingml/2006/main">
              <a:ext uri="{FF2B5EF4-FFF2-40B4-BE49-F238E27FC236}">
                <a16:creationId xmlns:a16="http://schemas.microsoft.com/office/drawing/2014/main" id="{F0B66457-4383-4D3E-922C-037CF123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257550"/>
            <a:ext cx="295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90" name="text-1087">
            <a:extLst xmlns:a="http://schemas.openxmlformats.org/drawingml/2006/main">
              <a:ext uri="{FF2B5EF4-FFF2-40B4-BE49-F238E27FC236}">
                <a16:creationId xmlns:a16="http://schemas.microsoft.com/office/drawing/2014/main" id="{73EAEF0D-0971-4878-BA9F-363E44D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2571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291" name="shape-1088">
            <a:extLst xmlns:a="http://schemas.openxmlformats.org/drawingml/2006/main">
              <a:ext uri="{FF2B5EF4-FFF2-40B4-BE49-F238E27FC236}">
                <a16:creationId xmlns:a16="http://schemas.microsoft.com/office/drawing/2014/main" id="{CD31489A-5095-4671-B812-D43E84C6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575" y="3257550"/>
            <a:ext cx="2952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92" name="text-1089">
            <a:extLst xmlns:a="http://schemas.openxmlformats.org/drawingml/2006/main">
              <a:ext uri="{FF2B5EF4-FFF2-40B4-BE49-F238E27FC236}">
                <a16:creationId xmlns:a16="http://schemas.microsoft.com/office/drawing/2014/main" id="{A280352A-4B92-4C87-A2AF-42C4DACB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95650"/>
            <a:ext cx="2571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293" name="shape-1090">
            <a:extLst xmlns:a="http://schemas.openxmlformats.org/drawingml/2006/main">
              <a:ext uri="{FF2B5EF4-FFF2-40B4-BE49-F238E27FC236}">
                <a16:creationId xmlns:a16="http://schemas.microsoft.com/office/drawing/2014/main" id="{64B3887B-F1C4-4ACA-915B-19D2CC02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94" name="text-1091">
            <a:extLst xmlns:a="http://schemas.openxmlformats.org/drawingml/2006/main">
              <a:ext uri="{FF2B5EF4-FFF2-40B4-BE49-F238E27FC236}">
                <a16:creationId xmlns:a16="http://schemas.microsoft.com/office/drawing/2014/main" id="{E8BAFF7E-ABEA-4266-8BB7-0475D86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295" name="shape-1092">
            <a:extLst xmlns:a="http://schemas.openxmlformats.org/drawingml/2006/main">
              <a:ext uri="{FF2B5EF4-FFF2-40B4-BE49-F238E27FC236}">
                <a16:creationId xmlns:a16="http://schemas.microsoft.com/office/drawing/2014/main" id="{81752AA3-B8EA-4A1F-961E-68F2D50E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96" name="text-1093">
            <a:extLst xmlns:a="http://schemas.openxmlformats.org/drawingml/2006/main">
              <a:ext uri="{FF2B5EF4-FFF2-40B4-BE49-F238E27FC236}">
                <a16:creationId xmlns:a16="http://schemas.microsoft.com/office/drawing/2014/main" id="{12671D69-A25C-42DC-AB91-A3BA2450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297" name="shape-1094">
            <a:extLst xmlns:a="http://schemas.openxmlformats.org/drawingml/2006/main">
              <a:ext uri="{FF2B5EF4-FFF2-40B4-BE49-F238E27FC236}">
                <a16:creationId xmlns:a16="http://schemas.microsoft.com/office/drawing/2014/main" id="{896BB60F-03D3-4CED-9E6A-31710890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98" name="text-1095">
            <a:extLst xmlns:a="http://schemas.openxmlformats.org/drawingml/2006/main">
              <a:ext uri="{FF2B5EF4-FFF2-40B4-BE49-F238E27FC236}">
                <a16:creationId xmlns:a16="http://schemas.microsoft.com/office/drawing/2014/main" id="{2429AD8A-36C7-4F6C-8AA2-B025B63D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299" name="shape-1096">
            <a:extLst xmlns:a="http://schemas.openxmlformats.org/drawingml/2006/main">
              <a:ext uri="{FF2B5EF4-FFF2-40B4-BE49-F238E27FC236}">
                <a16:creationId xmlns:a16="http://schemas.microsoft.com/office/drawing/2014/main" id="{EC917114-C1BF-410C-A1B2-758D8C3E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0" name="text-1097">
            <a:extLst xmlns:a="http://schemas.openxmlformats.org/drawingml/2006/main">
              <a:ext uri="{FF2B5EF4-FFF2-40B4-BE49-F238E27FC236}">
                <a16:creationId xmlns:a16="http://schemas.microsoft.com/office/drawing/2014/main" id="{3D4B70D6-7FDE-4542-B4EC-5D7A67A1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301" name="shape-1098">
            <a:extLst xmlns:a="http://schemas.openxmlformats.org/drawingml/2006/main">
              <a:ext uri="{FF2B5EF4-FFF2-40B4-BE49-F238E27FC236}">
                <a16:creationId xmlns:a16="http://schemas.microsoft.com/office/drawing/2014/main" id="{3C104268-5D2D-4332-B0A1-D4C2FBC5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2" name="text-1099">
            <a:extLst xmlns:a="http://schemas.openxmlformats.org/drawingml/2006/main">
              <a:ext uri="{FF2B5EF4-FFF2-40B4-BE49-F238E27FC236}">
                <a16:creationId xmlns:a16="http://schemas.microsoft.com/office/drawing/2014/main" id="{7BF97744-CE7A-440D-B42C-C9875A11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303" name="shape-1100">
            <a:extLst xmlns:a="http://schemas.openxmlformats.org/drawingml/2006/main">
              <a:ext uri="{FF2B5EF4-FFF2-40B4-BE49-F238E27FC236}">
                <a16:creationId xmlns:a16="http://schemas.microsoft.com/office/drawing/2014/main" id="{4903778E-A88B-4056-8AE9-05015EC2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28670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4" name="text-1101">
            <a:extLst xmlns:a="http://schemas.openxmlformats.org/drawingml/2006/main">
              <a:ext uri="{FF2B5EF4-FFF2-40B4-BE49-F238E27FC236}">
                <a16:creationId xmlns:a16="http://schemas.microsoft.com/office/drawing/2014/main" id="{E9DC3035-8F55-421B-AC18-0F530DAD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051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305" name="shape-1102">
            <a:extLst xmlns:a="http://schemas.openxmlformats.org/drawingml/2006/main">
              <a:ext uri="{FF2B5EF4-FFF2-40B4-BE49-F238E27FC236}">
                <a16:creationId xmlns:a16="http://schemas.microsoft.com/office/drawing/2014/main" id="{63C86902-FAEB-49A4-A7DD-39711B9C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6" name="text-1103">
            <a:extLst xmlns:a="http://schemas.openxmlformats.org/drawingml/2006/main">
              <a:ext uri="{FF2B5EF4-FFF2-40B4-BE49-F238E27FC236}">
                <a16:creationId xmlns:a16="http://schemas.microsoft.com/office/drawing/2014/main" id="{CD1C2609-4251-4606-82B0-818E3B7D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95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307" name="shape-1104">
            <a:extLst xmlns:a="http://schemas.openxmlformats.org/drawingml/2006/main">
              <a:ext uri="{FF2B5EF4-FFF2-40B4-BE49-F238E27FC236}">
                <a16:creationId xmlns:a16="http://schemas.microsoft.com/office/drawing/2014/main" id="{A0D95D40-5F35-41D1-B335-6EA59E9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8" name="text-1105">
            <a:extLst xmlns:a="http://schemas.openxmlformats.org/drawingml/2006/main">
              <a:ext uri="{FF2B5EF4-FFF2-40B4-BE49-F238E27FC236}">
                <a16:creationId xmlns:a16="http://schemas.microsoft.com/office/drawing/2014/main" id="{F747D781-7A15-469D-8EED-3A527A09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309" name="shape-1106">
            <a:extLst xmlns:a="http://schemas.openxmlformats.org/drawingml/2006/main">
              <a:ext uri="{FF2B5EF4-FFF2-40B4-BE49-F238E27FC236}">
                <a16:creationId xmlns:a16="http://schemas.microsoft.com/office/drawing/2014/main" id="{6D67E6B0-DDEC-4D11-BA00-538972D3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10" name="text-1107">
            <a:extLst xmlns:a="http://schemas.openxmlformats.org/drawingml/2006/main">
              <a:ext uri="{FF2B5EF4-FFF2-40B4-BE49-F238E27FC236}">
                <a16:creationId xmlns:a16="http://schemas.microsoft.com/office/drawing/2014/main" id="{0B4BD085-22BD-49D8-B360-0CEB9036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311" name="shape-1108">
            <a:extLst xmlns:a="http://schemas.openxmlformats.org/drawingml/2006/main">
              <a:ext uri="{FF2B5EF4-FFF2-40B4-BE49-F238E27FC236}">
                <a16:creationId xmlns:a16="http://schemas.microsoft.com/office/drawing/2014/main" id="{AB3035AB-D1DB-444F-B4D6-E51CCB8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12" name="text-1109">
            <a:extLst xmlns:a="http://schemas.openxmlformats.org/drawingml/2006/main">
              <a:ext uri="{FF2B5EF4-FFF2-40B4-BE49-F238E27FC236}">
                <a16:creationId xmlns:a16="http://schemas.microsoft.com/office/drawing/2014/main" id="{AD807C7C-28FB-432D-BF02-BC391B4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313" name="shape-1110">
            <a:extLst xmlns:a="http://schemas.openxmlformats.org/drawingml/2006/main">
              <a:ext uri="{FF2B5EF4-FFF2-40B4-BE49-F238E27FC236}">
                <a16:creationId xmlns:a16="http://schemas.microsoft.com/office/drawing/2014/main" id="{D362832A-1AEB-41E9-BED5-A6F0AF7A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14" name="text-1111">
            <a:extLst xmlns:a="http://schemas.openxmlformats.org/drawingml/2006/main">
              <a:ext uri="{FF2B5EF4-FFF2-40B4-BE49-F238E27FC236}">
                <a16:creationId xmlns:a16="http://schemas.microsoft.com/office/drawing/2014/main" id="{6FA79A90-7930-4273-A96A-CE970040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5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315" name="shape-1112">
            <a:extLst xmlns:a="http://schemas.openxmlformats.org/drawingml/2006/main">
              <a:ext uri="{FF2B5EF4-FFF2-40B4-BE49-F238E27FC236}">
                <a16:creationId xmlns:a16="http://schemas.microsoft.com/office/drawing/2014/main" id="{4BEAFFA9-9CCD-47A2-B74F-30985AA5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32575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16" name="text-1113">
            <a:extLst xmlns:a="http://schemas.openxmlformats.org/drawingml/2006/main">
              <a:ext uri="{FF2B5EF4-FFF2-40B4-BE49-F238E27FC236}">
                <a16:creationId xmlns:a16="http://schemas.microsoft.com/office/drawing/2014/main" id="{4023E33E-0F51-488B-8396-0845BEC1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317" name="text-1114">
            <a:extLst xmlns:a="http://schemas.openxmlformats.org/drawingml/2006/main">
              <a:ext uri="{FF2B5EF4-FFF2-40B4-BE49-F238E27FC236}">
                <a16:creationId xmlns:a16="http://schemas.microsoft.com/office/drawing/2014/main" id="{0D5054AB-7097-488F-835A-7B639B69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参考年序列</a:t>
            </a:r>
          </a:p>
        </p:txBody>
      </p:sp>
      <p:sp>
        <p:nvSpPr>
          <p:cNvPr id="318" name="text-1115">
            <a:extLst xmlns:a="http://schemas.openxmlformats.org/drawingml/2006/main">
              <a:ext uri="{FF2B5EF4-FFF2-40B4-BE49-F238E27FC236}">
                <a16:creationId xmlns:a16="http://schemas.microsoft.com/office/drawing/2014/main" id="{3F4D2B58-BB26-4692-AC03-7E0CA89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9625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测量年序列</a:t>
            </a:r>
          </a:p>
        </p:txBody>
      </p:sp>
      <p:sp>
        <p:nvSpPr>
          <p:cNvPr id="319" name="shape-1116">
            <a:extLst xmlns:a="http://schemas.openxmlformats.org/drawingml/2006/main">
              <a:ext uri="{FF2B5EF4-FFF2-40B4-BE49-F238E27FC236}">
                <a16:creationId xmlns:a16="http://schemas.microsoft.com/office/drawing/2014/main" id="{4E25C547-982F-4AB1-B441-1FD6ABD8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0" name="text-1117">
            <a:extLst xmlns:a="http://schemas.openxmlformats.org/drawingml/2006/main">
              <a:ext uri="{FF2B5EF4-FFF2-40B4-BE49-F238E27FC236}">
                <a16:creationId xmlns:a16="http://schemas.microsoft.com/office/drawing/2014/main" id="{E7519FFE-6220-48F1-99C7-92F77B7C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321" name="shape-1118">
            <a:extLst xmlns:a="http://schemas.openxmlformats.org/drawingml/2006/main">
              <a:ext uri="{FF2B5EF4-FFF2-40B4-BE49-F238E27FC236}">
                <a16:creationId xmlns:a16="http://schemas.microsoft.com/office/drawing/2014/main" id="{799BFFF5-D814-4C43-BA4A-14DA5F15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2" name="text-1119">
            <a:extLst xmlns:a="http://schemas.openxmlformats.org/drawingml/2006/main">
              <a:ext uri="{FF2B5EF4-FFF2-40B4-BE49-F238E27FC236}">
                <a16:creationId xmlns:a16="http://schemas.microsoft.com/office/drawing/2014/main" id="{389DBCE8-C407-4C98-AB82-3A1198C4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323" name="shape-1120">
            <a:extLst xmlns:a="http://schemas.openxmlformats.org/drawingml/2006/main">
              <a:ext uri="{FF2B5EF4-FFF2-40B4-BE49-F238E27FC236}">
                <a16:creationId xmlns:a16="http://schemas.microsoft.com/office/drawing/2014/main" id="{3CCFA013-61BD-4007-ADA5-296B2F11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4" name="text-1121">
            <a:extLst xmlns:a="http://schemas.openxmlformats.org/drawingml/2006/main">
              <a:ext uri="{FF2B5EF4-FFF2-40B4-BE49-F238E27FC236}">
                <a16:creationId xmlns:a16="http://schemas.microsoft.com/office/drawing/2014/main" id="{507C18C3-BBFE-4900-BD6A-3E76361B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325" name="shape-1122">
            <a:extLst xmlns:a="http://schemas.openxmlformats.org/drawingml/2006/main">
              <a:ext uri="{FF2B5EF4-FFF2-40B4-BE49-F238E27FC236}">
                <a16:creationId xmlns:a16="http://schemas.microsoft.com/office/drawing/2014/main" id="{50BFF32D-0091-4B10-B8FF-1E7054C8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6" name="text-1123">
            <a:extLst xmlns:a="http://schemas.openxmlformats.org/drawingml/2006/main">
              <a:ext uri="{FF2B5EF4-FFF2-40B4-BE49-F238E27FC236}">
                <a16:creationId xmlns:a16="http://schemas.microsoft.com/office/drawing/2014/main" id="{3358829F-2A09-4BFC-8152-1541E71B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327" name="shape-1124">
            <a:extLst xmlns:a="http://schemas.openxmlformats.org/drawingml/2006/main">
              <a:ext uri="{FF2B5EF4-FFF2-40B4-BE49-F238E27FC236}">
                <a16:creationId xmlns:a16="http://schemas.microsoft.com/office/drawing/2014/main" id="{5AC55C97-082E-4801-A070-D08C5B16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8" name="text-1125">
            <a:extLst xmlns:a="http://schemas.openxmlformats.org/drawingml/2006/main">
              <a:ext uri="{FF2B5EF4-FFF2-40B4-BE49-F238E27FC236}">
                <a16:creationId xmlns:a16="http://schemas.microsoft.com/office/drawing/2014/main" id="{9CA106A4-6BEB-401D-8CFC-0541A39B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1994</a:t>
            </a:r>
          </a:p>
        </p:txBody>
      </p:sp>
      <p:sp>
        <p:nvSpPr>
          <p:cNvPr id="329" name="shape-1126">
            <a:extLst xmlns:a="http://schemas.openxmlformats.org/drawingml/2006/main">
              <a:ext uri="{FF2B5EF4-FFF2-40B4-BE49-F238E27FC236}">
                <a16:creationId xmlns:a16="http://schemas.microsoft.com/office/drawing/2014/main" id="{B54DB0C8-C7FB-4914-B6E2-091A4D9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30" name="text-1127">
            <a:extLst xmlns:a="http://schemas.openxmlformats.org/drawingml/2006/main">
              <a:ext uri="{FF2B5EF4-FFF2-40B4-BE49-F238E27FC236}">
                <a16:creationId xmlns:a16="http://schemas.microsoft.com/office/drawing/2014/main" id="{5464C615-608B-41DA-8F8D-841C4979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1995</a:t>
            </a:r>
          </a:p>
        </p:txBody>
      </p:sp>
      <p:sp>
        <p:nvSpPr>
          <p:cNvPr id="331" name="shape-1128">
            <a:extLst xmlns:a="http://schemas.openxmlformats.org/drawingml/2006/main">
              <a:ext uri="{FF2B5EF4-FFF2-40B4-BE49-F238E27FC236}">
                <a16:creationId xmlns:a16="http://schemas.microsoft.com/office/drawing/2014/main" id="{314455AB-724B-4143-9AFA-7AFD95F4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32" name="text-1129">
            <a:extLst xmlns:a="http://schemas.openxmlformats.org/drawingml/2006/main">
              <a:ext uri="{FF2B5EF4-FFF2-40B4-BE49-F238E27FC236}">
                <a16:creationId xmlns:a16="http://schemas.microsoft.com/office/drawing/2014/main" id="{E051A0CA-898A-4626-A7B4-1FABCA8C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1996</a:t>
            </a:r>
          </a:p>
        </p:txBody>
      </p:sp>
      <p:sp>
        <p:nvSpPr>
          <p:cNvPr id="333" name="shape-1130">
            <a:extLst xmlns:a="http://schemas.openxmlformats.org/drawingml/2006/main">
              <a:ext uri="{FF2B5EF4-FFF2-40B4-BE49-F238E27FC236}">
                <a16:creationId xmlns:a16="http://schemas.microsoft.com/office/drawing/2014/main" id="{086B88FF-45FE-467C-95C6-EC737B97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34" name="text-1131">
            <a:extLst xmlns:a="http://schemas.openxmlformats.org/drawingml/2006/main">
              <a:ext uri="{FF2B5EF4-FFF2-40B4-BE49-F238E27FC236}">
                <a16:creationId xmlns:a16="http://schemas.microsoft.com/office/drawing/2014/main" id="{9BD95865-F36F-4251-B951-40FEE409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1997</a:t>
            </a:r>
          </a:p>
        </p:txBody>
      </p:sp>
      <p:sp>
        <p:nvSpPr>
          <p:cNvPr id="335" name="shape-1132">
            <a:extLst xmlns:a="http://schemas.openxmlformats.org/drawingml/2006/main">
              <a:ext uri="{FF2B5EF4-FFF2-40B4-BE49-F238E27FC236}">
                <a16:creationId xmlns:a16="http://schemas.microsoft.com/office/drawing/2014/main" id="{F898B434-D370-4EE8-83A6-71860B0D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36" name="text-1133">
            <a:extLst xmlns:a="http://schemas.openxmlformats.org/drawingml/2006/main">
              <a:ext uri="{FF2B5EF4-FFF2-40B4-BE49-F238E27FC236}">
                <a16:creationId xmlns:a16="http://schemas.microsoft.com/office/drawing/2014/main" id="{7F5A75E8-29D4-42A4-B1A3-973BC0C0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337" name="shape-1134">
            <a:extLst xmlns:a="http://schemas.openxmlformats.org/drawingml/2006/main">
              <a:ext uri="{FF2B5EF4-FFF2-40B4-BE49-F238E27FC236}">
                <a16:creationId xmlns:a16="http://schemas.microsoft.com/office/drawing/2014/main" id="{816E41E5-5A5A-44C3-B7E5-7D508C4A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38" name="text-1135">
            <a:extLst xmlns:a="http://schemas.openxmlformats.org/drawingml/2006/main">
              <a:ext uri="{FF2B5EF4-FFF2-40B4-BE49-F238E27FC236}">
                <a16:creationId xmlns:a16="http://schemas.microsoft.com/office/drawing/2014/main" id="{D8D5C7D3-E8D5-4416-A273-82A5A428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339" name="shape-1136">
            <a:extLst xmlns:a="http://schemas.openxmlformats.org/drawingml/2006/main">
              <a:ext uri="{FF2B5EF4-FFF2-40B4-BE49-F238E27FC236}">
                <a16:creationId xmlns:a16="http://schemas.microsoft.com/office/drawing/2014/main" id="{FA7A5A88-7FB4-4CBF-BDAE-9AB953C6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0" name="text-1137">
            <a:extLst xmlns:a="http://schemas.openxmlformats.org/drawingml/2006/main">
              <a:ext uri="{FF2B5EF4-FFF2-40B4-BE49-F238E27FC236}">
                <a16:creationId xmlns:a16="http://schemas.microsoft.com/office/drawing/2014/main" id="{EFE8D05E-90FE-4040-A405-A061A5B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341" name="shape-1138">
            <a:extLst xmlns:a="http://schemas.openxmlformats.org/drawingml/2006/main">
              <a:ext uri="{FF2B5EF4-FFF2-40B4-BE49-F238E27FC236}">
                <a16:creationId xmlns:a16="http://schemas.microsoft.com/office/drawing/2014/main" id="{EF0AEF02-2F92-47CE-A47C-3807D225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2" name="text-1139">
            <a:extLst xmlns:a="http://schemas.openxmlformats.org/drawingml/2006/main">
              <a:ext uri="{FF2B5EF4-FFF2-40B4-BE49-F238E27FC236}">
                <a16:creationId xmlns:a16="http://schemas.microsoft.com/office/drawing/2014/main" id="{D31593BD-FB9C-4EA4-A33F-F5BD49FE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343" name="shape-1140">
            <a:extLst xmlns:a="http://schemas.openxmlformats.org/drawingml/2006/main">
              <a:ext uri="{FF2B5EF4-FFF2-40B4-BE49-F238E27FC236}">
                <a16:creationId xmlns:a16="http://schemas.microsoft.com/office/drawing/2014/main" id="{96C3F5B5-39F5-483D-904A-29649689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FE9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4" name="text-1141">
            <a:extLst xmlns:a="http://schemas.openxmlformats.org/drawingml/2006/main">
              <a:ext uri="{FF2B5EF4-FFF2-40B4-BE49-F238E27FC236}">
                <a16:creationId xmlns:a16="http://schemas.microsoft.com/office/drawing/2014/main" id="{E2224B34-5A40-4885-84E5-1B02EA09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5" name="shape-1142">
            <a:extLst xmlns:a="http://schemas.openxmlformats.org/drawingml/2006/main">
              <a:ext uri="{FF2B5EF4-FFF2-40B4-BE49-F238E27FC236}">
                <a16:creationId xmlns:a16="http://schemas.microsoft.com/office/drawing/2014/main" id="{50D2368C-07E7-4C1C-B37C-55CC7852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FE9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6" name="text-1143">
            <a:extLst xmlns:a="http://schemas.openxmlformats.org/drawingml/2006/main">
              <a:ext uri="{FF2B5EF4-FFF2-40B4-BE49-F238E27FC236}">
                <a16:creationId xmlns:a16="http://schemas.microsoft.com/office/drawing/2014/main" id="{182D059D-0665-4817-9CC0-82468C62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7" name="shape-1144">
            <a:extLst xmlns:a="http://schemas.openxmlformats.org/drawingml/2006/main">
              <a:ext uri="{FF2B5EF4-FFF2-40B4-BE49-F238E27FC236}">
                <a16:creationId xmlns:a16="http://schemas.microsoft.com/office/drawing/2014/main" id="{E8F7E7A8-1483-4A26-B92F-7B7D7248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8" name="text-1145">
            <a:extLst xmlns:a="http://schemas.openxmlformats.org/drawingml/2006/main">
              <a:ext uri="{FF2B5EF4-FFF2-40B4-BE49-F238E27FC236}">
                <a16:creationId xmlns:a16="http://schemas.microsoft.com/office/drawing/2014/main" id="{E1C609C6-DF93-44B8-835F-FE6EE9D1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1996</a:t>
            </a:r>
          </a:p>
        </p:txBody>
      </p:sp>
      <p:sp>
        <p:nvSpPr>
          <p:cNvPr id="349" name="shape-1146">
            <a:extLst xmlns:a="http://schemas.openxmlformats.org/drawingml/2006/main">
              <a:ext uri="{FF2B5EF4-FFF2-40B4-BE49-F238E27FC236}">
                <a16:creationId xmlns:a16="http://schemas.microsoft.com/office/drawing/2014/main" id="{B5AA0D0C-3BBD-4930-BF60-975BD2FF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50" name="text-1147">
            <a:extLst xmlns:a="http://schemas.openxmlformats.org/drawingml/2006/main">
              <a:ext uri="{FF2B5EF4-FFF2-40B4-BE49-F238E27FC236}">
                <a16:creationId xmlns:a16="http://schemas.microsoft.com/office/drawing/2014/main" id="{A65E4CBA-AF07-47CD-BB0A-65326D94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1997</a:t>
            </a:r>
          </a:p>
        </p:txBody>
      </p:sp>
      <p:sp>
        <p:nvSpPr>
          <p:cNvPr id="351" name="shape-1148">
            <a:extLst xmlns:a="http://schemas.openxmlformats.org/drawingml/2006/main">
              <a:ext uri="{FF2B5EF4-FFF2-40B4-BE49-F238E27FC236}">
                <a16:creationId xmlns:a16="http://schemas.microsoft.com/office/drawing/2014/main" id="{40E6C9CB-D7BD-43E3-9633-95B68BF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52" name="text-1149">
            <a:extLst xmlns:a="http://schemas.openxmlformats.org/drawingml/2006/main">
              <a:ext uri="{FF2B5EF4-FFF2-40B4-BE49-F238E27FC236}">
                <a16:creationId xmlns:a16="http://schemas.microsoft.com/office/drawing/2014/main" id="{3668F17D-59FB-4DB2-A43C-F11E9A58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353" name="shape-1150">
            <a:extLst xmlns:a="http://schemas.openxmlformats.org/drawingml/2006/main">
              <a:ext uri="{FF2B5EF4-FFF2-40B4-BE49-F238E27FC236}">
                <a16:creationId xmlns:a16="http://schemas.microsoft.com/office/drawing/2014/main" id="{5B83A3AC-97C1-4C21-B5A3-CF3A6DE7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54" name="text-1151">
            <a:extLst xmlns:a="http://schemas.openxmlformats.org/drawingml/2006/main">
              <a:ext uri="{FF2B5EF4-FFF2-40B4-BE49-F238E27FC236}">
                <a16:creationId xmlns:a16="http://schemas.microsoft.com/office/drawing/2014/main" id="{21813360-6B21-44C9-B1C7-19890B75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355" name="shape-1152">
            <a:extLst xmlns:a="http://schemas.openxmlformats.org/drawingml/2006/main">
              <a:ext uri="{FF2B5EF4-FFF2-40B4-BE49-F238E27FC236}">
                <a16:creationId xmlns:a16="http://schemas.microsoft.com/office/drawing/2014/main" id="{4179F979-5E9D-4B16-9164-A67DCC19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56" name="text-1153">
            <a:extLst xmlns:a="http://schemas.openxmlformats.org/drawingml/2006/main">
              <a:ext uri="{FF2B5EF4-FFF2-40B4-BE49-F238E27FC236}">
                <a16:creationId xmlns:a16="http://schemas.microsoft.com/office/drawing/2014/main" id="{2C32B2F3-4D42-4313-B4E2-3F581FBC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357" name="shape-1154">
            <a:extLst xmlns:a="http://schemas.openxmlformats.org/drawingml/2006/main">
              <a:ext uri="{FF2B5EF4-FFF2-40B4-BE49-F238E27FC236}">
                <a16:creationId xmlns:a16="http://schemas.microsoft.com/office/drawing/2014/main" id="{4EA6D52B-787F-4DD3-B9A2-C3FC79EB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58" name="text-1155">
            <a:extLst xmlns:a="http://schemas.openxmlformats.org/drawingml/2006/main">
              <a:ext uri="{FF2B5EF4-FFF2-40B4-BE49-F238E27FC236}">
                <a16:creationId xmlns:a16="http://schemas.microsoft.com/office/drawing/2014/main" id="{8F80889A-DE52-4577-A093-F7F283CF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359" name="shape-1156">
            <a:extLst xmlns:a="http://schemas.openxmlformats.org/drawingml/2006/main">
              <a:ext uri="{FF2B5EF4-FFF2-40B4-BE49-F238E27FC236}">
                <a16:creationId xmlns:a16="http://schemas.microsoft.com/office/drawing/2014/main" id="{D230F53D-17C6-4B82-9023-0C56F568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60" name="text-1157">
            <a:extLst xmlns:a="http://schemas.openxmlformats.org/drawingml/2006/main">
              <a:ext uri="{FF2B5EF4-FFF2-40B4-BE49-F238E27FC236}">
                <a16:creationId xmlns:a16="http://schemas.microsoft.com/office/drawing/2014/main" id="{E354C944-6634-4F40-9CD4-C2A1B13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1994</a:t>
            </a:r>
          </a:p>
        </p:txBody>
      </p:sp>
      <p:sp>
        <p:nvSpPr>
          <p:cNvPr id="361" name="shape-1158">
            <a:extLst xmlns:a="http://schemas.openxmlformats.org/drawingml/2006/main">
              <a:ext uri="{FF2B5EF4-FFF2-40B4-BE49-F238E27FC236}">
                <a16:creationId xmlns:a16="http://schemas.microsoft.com/office/drawing/2014/main" id="{714263F7-77A6-47BA-86EE-BF96F1E6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62" name="text-1159">
            <a:extLst xmlns:a="http://schemas.openxmlformats.org/drawingml/2006/main">
              <a:ext uri="{FF2B5EF4-FFF2-40B4-BE49-F238E27FC236}">
                <a16:creationId xmlns:a16="http://schemas.microsoft.com/office/drawing/2014/main" id="{697B562C-0BEE-4194-9042-C022339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1995</a:t>
            </a:r>
          </a:p>
        </p:txBody>
      </p:sp>
      <p:sp>
        <p:nvSpPr>
          <p:cNvPr id="363" name="shape-1160">
            <a:extLst xmlns:a="http://schemas.openxmlformats.org/drawingml/2006/main">
              <a:ext uri="{FF2B5EF4-FFF2-40B4-BE49-F238E27FC236}">
                <a16:creationId xmlns:a16="http://schemas.microsoft.com/office/drawing/2014/main" id="{542FD23D-1399-4CDC-8CC9-AE8EA015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64" name="text-1161">
            <a:extLst xmlns:a="http://schemas.openxmlformats.org/drawingml/2006/main">
              <a:ext uri="{FF2B5EF4-FFF2-40B4-BE49-F238E27FC236}">
                <a16:creationId xmlns:a16="http://schemas.microsoft.com/office/drawing/2014/main" id="{38987E5B-0F28-43B1-A944-23402AF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1996</a:t>
            </a:r>
          </a:p>
        </p:txBody>
      </p:sp>
      <p:sp>
        <p:nvSpPr>
          <p:cNvPr id="365" name="shape-1162">
            <a:extLst xmlns:a="http://schemas.openxmlformats.org/drawingml/2006/main">
              <a:ext uri="{FF2B5EF4-FFF2-40B4-BE49-F238E27FC236}">
                <a16:creationId xmlns:a16="http://schemas.microsoft.com/office/drawing/2014/main" id="{D2A397A0-0001-48ED-8A1A-789C101A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152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66" name="text-1163">
            <a:extLst xmlns:a="http://schemas.openxmlformats.org/drawingml/2006/main">
              <a:ext uri="{FF2B5EF4-FFF2-40B4-BE49-F238E27FC236}">
                <a16:creationId xmlns:a16="http://schemas.microsoft.com/office/drawing/2014/main" id="{365BE4D3-7DA3-425F-8B30-4A03135C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1997</a:t>
            </a:r>
          </a:p>
        </p:txBody>
      </p:sp>
      <p:sp>
        <p:nvSpPr>
          <p:cNvPr id="367" name="shape-1164">
            <a:extLst xmlns:a="http://schemas.openxmlformats.org/drawingml/2006/main">
              <a:ext uri="{FF2B5EF4-FFF2-40B4-BE49-F238E27FC236}">
                <a16:creationId xmlns:a16="http://schemas.microsoft.com/office/drawing/2014/main" id="{A0FCAB12-F1F7-4668-A9EC-6EDFEB68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68" name="text-1165">
            <a:extLst xmlns:a="http://schemas.openxmlformats.org/drawingml/2006/main">
              <a:ext uri="{FF2B5EF4-FFF2-40B4-BE49-F238E27FC236}">
                <a16:creationId xmlns:a16="http://schemas.microsoft.com/office/drawing/2014/main" id="{91619B00-0FD1-464B-9232-4D75CF5E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369" name="shape-1166">
            <a:extLst xmlns:a="http://schemas.openxmlformats.org/drawingml/2006/main">
              <a:ext uri="{FF2B5EF4-FFF2-40B4-BE49-F238E27FC236}">
                <a16:creationId xmlns:a16="http://schemas.microsoft.com/office/drawing/2014/main" id="{7FF847AB-7663-4CED-985A-56088AD5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70" name="text-1167">
            <a:extLst xmlns:a="http://schemas.openxmlformats.org/drawingml/2006/main">
              <a:ext uri="{FF2B5EF4-FFF2-40B4-BE49-F238E27FC236}">
                <a16:creationId xmlns:a16="http://schemas.microsoft.com/office/drawing/2014/main" id="{8251F6CC-1DA4-419E-9876-7F8CC774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371" name="shape-1168">
            <a:extLst xmlns:a="http://schemas.openxmlformats.org/drawingml/2006/main">
              <a:ext uri="{FF2B5EF4-FFF2-40B4-BE49-F238E27FC236}">
                <a16:creationId xmlns:a16="http://schemas.microsoft.com/office/drawing/2014/main" id="{039ADB58-D3E7-41EA-8EBC-F8D2D543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72" name="text-1169">
            <a:extLst xmlns:a="http://schemas.openxmlformats.org/drawingml/2006/main">
              <a:ext uri="{FF2B5EF4-FFF2-40B4-BE49-F238E27FC236}">
                <a16:creationId xmlns:a16="http://schemas.microsoft.com/office/drawing/2014/main" id="{F752AE04-804E-49FA-867D-AE3CF009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373" name="shape-1170">
            <a:extLst xmlns:a="http://schemas.openxmlformats.org/drawingml/2006/main">
              <a:ext uri="{FF2B5EF4-FFF2-40B4-BE49-F238E27FC236}">
                <a16:creationId xmlns:a16="http://schemas.microsoft.com/office/drawing/2014/main" id="{50521221-7899-4B3A-BA06-3CFF1B6D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74" name="text-1171">
            <a:extLst xmlns:a="http://schemas.openxmlformats.org/drawingml/2006/main">
              <a:ext uri="{FF2B5EF4-FFF2-40B4-BE49-F238E27FC236}">
                <a16:creationId xmlns:a16="http://schemas.microsoft.com/office/drawing/2014/main" id="{B0EEE45B-8326-4A21-8398-09AA0EE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1993</a:t>
            </a:r>
          </a:p>
        </p:txBody>
      </p:sp>
      <p:sp>
        <p:nvSpPr>
          <p:cNvPr id="375" name="shape-1172">
            <a:extLst xmlns:a="http://schemas.openxmlformats.org/drawingml/2006/main">
              <a:ext uri="{FF2B5EF4-FFF2-40B4-BE49-F238E27FC236}">
                <a16:creationId xmlns:a16="http://schemas.microsoft.com/office/drawing/2014/main" id="{4B0F9C1E-601E-4514-97D1-191C4EF9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FE9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76" name="text-1173">
            <a:extLst xmlns:a="http://schemas.openxmlformats.org/drawingml/2006/main">
              <a:ext uri="{FF2B5EF4-FFF2-40B4-BE49-F238E27FC236}">
                <a16:creationId xmlns:a16="http://schemas.microsoft.com/office/drawing/2014/main" id="{EB640384-1656-4038-A2B6-3C3E626C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1994</a:t>
            </a:r>
          </a:p>
        </p:txBody>
      </p:sp>
      <p:sp>
        <p:nvSpPr>
          <p:cNvPr id="377" name="shape-1174">
            <a:extLst xmlns:a="http://schemas.openxmlformats.org/drawingml/2006/main">
              <a:ext uri="{FF2B5EF4-FFF2-40B4-BE49-F238E27FC236}">
                <a16:creationId xmlns:a16="http://schemas.microsoft.com/office/drawing/2014/main" id="{AA667B43-0A9A-4201-A09D-F351FA2C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FE9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78" name="text-1175">
            <a:extLst xmlns:a="http://schemas.openxmlformats.org/drawingml/2006/main">
              <a:ext uri="{FF2B5EF4-FFF2-40B4-BE49-F238E27FC236}">
                <a16:creationId xmlns:a16="http://schemas.microsoft.com/office/drawing/2014/main" id="{33228718-3552-4D81-9E31-0288474A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1995</a:t>
            </a:r>
          </a:p>
        </p:txBody>
      </p:sp>
      <p:sp>
        <p:nvSpPr>
          <p:cNvPr id="379" name="shape-1176">
            <a:extLst xmlns:a="http://schemas.openxmlformats.org/drawingml/2006/main">
              <a:ext uri="{FF2B5EF4-FFF2-40B4-BE49-F238E27FC236}">
                <a16:creationId xmlns:a16="http://schemas.microsoft.com/office/drawing/2014/main" id="{546AE75D-BE23-485B-B56E-94C904F9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0" name="text-1177">
            <a:extLst xmlns:a="http://schemas.openxmlformats.org/drawingml/2006/main">
              <a:ext uri="{FF2B5EF4-FFF2-40B4-BE49-F238E27FC236}">
                <a16:creationId xmlns:a16="http://schemas.microsoft.com/office/drawing/2014/main" id="{91BCFDA6-5748-4D07-8D10-0B50D85B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1996</a:t>
            </a:r>
          </a:p>
        </p:txBody>
      </p:sp>
      <p:sp>
        <p:nvSpPr>
          <p:cNvPr id="381" name="shape-1178">
            <a:extLst xmlns:a="http://schemas.openxmlformats.org/drawingml/2006/main">
              <a:ext uri="{FF2B5EF4-FFF2-40B4-BE49-F238E27FC236}">
                <a16:creationId xmlns:a16="http://schemas.microsoft.com/office/drawing/2014/main" id="{354C460B-FF04-4001-8C66-1E452D1F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54342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2" name="text-1179">
            <a:extLst xmlns:a="http://schemas.openxmlformats.org/drawingml/2006/main">
              <a:ext uri="{FF2B5EF4-FFF2-40B4-BE49-F238E27FC236}">
                <a16:creationId xmlns:a16="http://schemas.microsoft.com/office/drawing/2014/main" id="{EC1E416F-04F5-4E14-ACFB-5F000153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81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1997</a:t>
            </a:r>
          </a:p>
        </p:txBody>
      </p:sp>
      <p:sp>
        <p:nvSpPr>
          <p:cNvPr id="383" name="text-1180">
            <a:extLst xmlns:a="http://schemas.openxmlformats.org/drawingml/2006/main">
              <a:ext uri="{FF2B5EF4-FFF2-40B4-BE49-F238E27FC236}">
                <a16:creationId xmlns:a16="http://schemas.microsoft.com/office/drawing/2014/main" id="{6020CAB6-E5BD-4FB9-B014-568A5BF6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95925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参考年序列</a:t>
            </a:r>
          </a:p>
        </p:txBody>
      </p:sp>
      <p:sp>
        <p:nvSpPr>
          <p:cNvPr id="384" name="text-1181">
            <a:extLst xmlns:a="http://schemas.openxmlformats.org/drawingml/2006/main">
              <a:ext uri="{FF2B5EF4-FFF2-40B4-BE49-F238E27FC236}">
                <a16:creationId xmlns:a16="http://schemas.microsoft.com/office/drawing/2014/main" id="{BF3084C2-487C-4118-AEF2-E3FE373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05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3F514E"/>
                </a:solidFill>
                <a:latin typeface="Microsoft YaHei"/>
                <a:ea typeface="Microsoft YaHei"/>
                <a:cs typeface="Microsoft YaHei"/>
              </a:rPr>
              <a:t>测量年序列</a:t>
            </a:r>
          </a:p>
        </p:txBody>
      </p:sp>
      <p:sp>
        <p:nvSpPr>
          <p:cNvPr id="385" name="shape-1182">
            <a:extLst xmlns:a="http://schemas.openxmlformats.org/drawingml/2006/main">
              <a:ext uri="{FF2B5EF4-FFF2-40B4-BE49-F238E27FC236}">
                <a16:creationId xmlns:a16="http://schemas.microsoft.com/office/drawing/2014/main" id="{8E27F615-EC84-4B6C-A470-87778449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6" name="text-1183">
            <a:extLst xmlns:a="http://schemas.openxmlformats.org/drawingml/2006/main">
              <a:ext uri="{FF2B5EF4-FFF2-40B4-BE49-F238E27FC236}">
                <a16:creationId xmlns:a16="http://schemas.microsoft.com/office/drawing/2014/main" id="{458B5DB6-56FB-43D1-8272-358E2943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1985</a:t>
            </a:r>
          </a:p>
        </p:txBody>
      </p:sp>
      <p:sp>
        <p:nvSpPr>
          <p:cNvPr id="387" name="shape-1184">
            <a:extLst xmlns:a="http://schemas.openxmlformats.org/drawingml/2006/main">
              <a:ext uri="{FF2B5EF4-FFF2-40B4-BE49-F238E27FC236}">
                <a16:creationId xmlns:a16="http://schemas.microsoft.com/office/drawing/2014/main" id="{0240A9DA-454E-4AFA-B15F-C8655325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8" name="text-1185">
            <a:extLst xmlns:a="http://schemas.openxmlformats.org/drawingml/2006/main">
              <a:ext uri="{FF2B5EF4-FFF2-40B4-BE49-F238E27FC236}">
                <a16:creationId xmlns:a16="http://schemas.microsoft.com/office/drawing/2014/main" id="{F69BF2B5-A67C-4494-AA0D-3A47E947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1986</a:t>
            </a:r>
          </a:p>
        </p:txBody>
      </p:sp>
      <p:sp>
        <p:nvSpPr>
          <p:cNvPr id="389" name="shape-1186">
            <a:extLst xmlns:a="http://schemas.openxmlformats.org/drawingml/2006/main">
              <a:ext uri="{FF2B5EF4-FFF2-40B4-BE49-F238E27FC236}">
                <a16:creationId xmlns:a16="http://schemas.microsoft.com/office/drawing/2014/main" id="{344EB179-9CD0-43B3-8A41-C5A11172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90" name="text-1187">
            <a:extLst xmlns:a="http://schemas.openxmlformats.org/drawingml/2006/main">
              <a:ext uri="{FF2B5EF4-FFF2-40B4-BE49-F238E27FC236}">
                <a16:creationId xmlns:a16="http://schemas.microsoft.com/office/drawing/2014/main" id="{44E9F9B3-8D1A-4F71-8EBA-9975F817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1987</a:t>
            </a:r>
          </a:p>
        </p:txBody>
      </p:sp>
      <p:sp>
        <p:nvSpPr>
          <p:cNvPr id="391" name="shape-1188">
            <a:extLst xmlns:a="http://schemas.openxmlformats.org/drawingml/2006/main">
              <a:ext uri="{FF2B5EF4-FFF2-40B4-BE49-F238E27FC236}">
                <a16:creationId xmlns:a16="http://schemas.microsoft.com/office/drawing/2014/main" id="{8A3BB698-0EBF-4244-B6E9-9E94F6B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92" name="text-1189">
            <a:extLst xmlns:a="http://schemas.openxmlformats.org/drawingml/2006/main">
              <a:ext uri="{FF2B5EF4-FFF2-40B4-BE49-F238E27FC236}">
                <a16:creationId xmlns:a16="http://schemas.microsoft.com/office/drawing/2014/main" id="{10C2A0A8-8306-4CFB-AFD0-57E4FD96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393" name="shape-1190">
            <a:extLst xmlns:a="http://schemas.openxmlformats.org/drawingml/2006/main">
              <a:ext uri="{FF2B5EF4-FFF2-40B4-BE49-F238E27FC236}">
                <a16:creationId xmlns:a16="http://schemas.microsoft.com/office/drawing/2014/main" id="{C89F45FB-B3EB-421D-8FD5-F0FA28D5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94" name="text-1191">
            <a:extLst xmlns:a="http://schemas.openxmlformats.org/drawingml/2006/main">
              <a:ext uri="{FF2B5EF4-FFF2-40B4-BE49-F238E27FC236}">
                <a16:creationId xmlns:a16="http://schemas.microsoft.com/office/drawing/2014/main" id="{A76BAC25-C7AA-4A54-9549-062011FB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395" name="shape-1192">
            <a:extLst xmlns:a="http://schemas.openxmlformats.org/drawingml/2006/main">
              <a:ext uri="{FF2B5EF4-FFF2-40B4-BE49-F238E27FC236}">
                <a16:creationId xmlns:a16="http://schemas.microsoft.com/office/drawing/2014/main" id="{B981AE86-316F-40AD-B7D1-7E47CF16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96" name="text-1193">
            <a:extLst xmlns:a="http://schemas.openxmlformats.org/drawingml/2006/main">
              <a:ext uri="{FF2B5EF4-FFF2-40B4-BE49-F238E27FC236}">
                <a16:creationId xmlns:a16="http://schemas.microsoft.com/office/drawing/2014/main" id="{68D74552-9F49-4347-9307-43E2DD88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397" name="shape-1194">
            <a:extLst xmlns:a="http://schemas.openxmlformats.org/drawingml/2006/main">
              <a:ext uri="{FF2B5EF4-FFF2-40B4-BE49-F238E27FC236}">
                <a16:creationId xmlns:a16="http://schemas.microsoft.com/office/drawing/2014/main" id="{994CBA67-8433-42A9-ADDA-28E12CA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98" name="text-1195">
            <a:extLst xmlns:a="http://schemas.openxmlformats.org/drawingml/2006/main">
              <a:ext uri="{FF2B5EF4-FFF2-40B4-BE49-F238E27FC236}">
                <a16:creationId xmlns:a16="http://schemas.microsoft.com/office/drawing/2014/main" id="{18673B05-153E-4B32-ADD6-EA70B56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399" name="shape-1196">
            <a:extLst xmlns:a="http://schemas.openxmlformats.org/drawingml/2006/main">
              <a:ext uri="{FF2B5EF4-FFF2-40B4-BE49-F238E27FC236}">
                <a16:creationId xmlns:a16="http://schemas.microsoft.com/office/drawing/2014/main" id="{D1FFFC6D-00B9-4B01-9B8B-1EFE7FB0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0" name="text-1197">
            <a:extLst xmlns:a="http://schemas.openxmlformats.org/drawingml/2006/main">
              <a:ext uri="{FF2B5EF4-FFF2-40B4-BE49-F238E27FC236}">
                <a16:creationId xmlns:a16="http://schemas.microsoft.com/office/drawing/2014/main" id="{44DDE696-2276-41AA-AEF7-890E6C6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401" name="shape-1198">
            <a:extLst xmlns:a="http://schemas.openxmlformats.org/drawingml/2006/main">
              <a:ext uri="{FF2B5EF4-FFF2-40B4-BE49-F238E27FC236}">
                <a16:creationId xmlns:a16="http://schemas.microsoft.com/office/drawing/2014/main" id="{6AB72BB8-5608-43EA-A64E-3FDC824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02" name="text-1199">
            <a:extLst xmlns:a="http://schemas.openxmlformats.org/drawingml/2006/main">
              <a:ext uri="{FF2B5EF4-FFF2-40B4-BE49-F238E27FC236}">
                <a16:creationId xmlns:a16="http://schemas.microsoft.com/office/drawing/2014/main" id="{A768E8B5-DB51-421C-8F5B-681AB3C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1983</a:t>
            </a:r>
          </a:p>
        </p:txBody>
      </p:sp>
      <p:sp>
        <p:nvSpPr>
          <p:cNvPr id="403" name="shape-1200">
            <a:extLst xmlns:a="http://schemas.openxmlformats.org/drawingml/2006/main">
              <a:ext uri="{FF2B5EF4-FFF2-40B4-BE49-F238E27FC236}">
                <a16:creationId xmlns:a16="http://schemas.microsoft.com/office/drawing/2014/main" id="{D648DA8E-D703-479C-BE87-208761BE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04" name="text-1201">
            <a:extLst xmlns:a="http://schemas.openxmlformats.org/drawingml/2006/main">
              <a:ext uri="{FF2B5EF4-FFF2-40B4-BE49-F238E27FC236}">
                <a16:creationId xmlns:a16="http://schemas.microsoft.com/office/drawing/2014/main" id="{A243A2E9-E641-4EAF-A9CB-FBDC5E2E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1984</a:t>
            </a:r>
          </a:p>
        </p:txBody>
      </p:sp>
      <p:sp>
        <p:nvSpPr>
          <p:cNvPr id="405" name="shape-1202">
            <a:extLst xmlns:a="http://schemas.openxmlformats.org/drawingml/2006/main">
              <a:ext uri="{FF2B5EF4-FFF2-40B4-BE49-F238E27FC236}">
                <a16:creationId xmlns:a16="http://schemas.microsoft.com/office/drawing/2014/main" id="{A894E00A-DD41-4F38-BA6B-23F87B2E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06" name="text-1203">
            <a:extLst xmlns:a="http://schemas.openxmlformats.org/drawingml/2006/main">
              <a:ext uri="{FF2B5EF4-FFF2-40B4-BE49-F238E27FC236}">
                <a16:creationId xmlns:a16="http://schemas.microsoft.com/office/drawing/2014/main" id="{13F5549A-2BE7-4FF6-AD99-C34F5A78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1985</a:t>
            </a:r>
          </a:p>
        </p:txBody>
      </p:sp>
      <p:sp>
        <p:nvSpPr>
          <p:cNvPr id="407" name="shape-1204">
            <a:extLst xmlns:a="http://schemas.openxmlformats.org/drawingml/2006/main">
              <a:ext uri="{FF2B5EF4-FFF2-40B4-BE49-F238E27FC236}">
                <a16:creationId xmlns:a16="http://schemas.microsoft.com/office/drawing/2014/main" id="{B607D262-FF4C-47A6-8660-3902A072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08" name="text-1205">
            <a:extLst xmlns:a="http://schemas.openxmlformats.org/drawingml/2006/main">
              <a:ext uri="{FF2B5EF4-FFF2-40B4-BE49-F238E27FC236}">
                <a16:creationId xmlns:a16="http://schemas.microsoft.com/office/drawing/2014/main" id="{69FBAE79-F987-4A9E-A888-56A448E3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1986</a:t>
            </a:r>
          </a:p>
        </p:txBody>
      </p:sp>
      <p:sp>
        <p:nvSpPr>
          <p:cNvPr id="409" name="shape-1206">
            <a:extLst xmlns:a="http://schemas.openxmlformats.org/drawingml/2006/main">
              <a:ext uri="{FF2B5EF4-FFF2-40B4-BE49-F238E27FC236}">
                <a16:creationId xmlns:a16="http://schemas.microsoft.com/office/drawing/2014/main" id="{FD19EC03-E6CE-4A76-99AD-43B8776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10" name="text-1207">
            <a:extLst xmlns:a="http://schemas.openxmlformats.org/drawingml/2006/main">
              <a:ext uri="{FF2B5EF4-FFF2-40B4-BE49-F238E27FC236}">
                <a16:creationId xmlns:a16="http://schemas.microsoft.com/office/drawing/2014/main" id="{706A4874-44A9-4A1D-B71F-109A1EC6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1987</a:t>
            </a:r>
          </a:p>
        </p:txBody>
      </p:sp>
      <p:sp>
        <p:nvSpPr>
          <p:cNvPr id="411" name="shape-1208">
            <a:extLst xmlns:a="http://schemas.openxmlformats.org/drawingml/2006/main">
              <a:ext uri="{FF2B5EF4-FFF2-40B4-BE49-F238E27FC236}">
                <a16:creationId xmlns:a16="http://schemas.microsoft.com/office/drawing/2014/main" id="{8DBF66EC-0FC3-4EAD-AC85-C0530209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12" name="text-1209">
            <a:extLst xmlns:a="http://schemas.openxmlformats.org/drawingml/2006/main">
              <a:ext uri="{FF2B5EF4-FFF2-40B4-BE49-F238E27FC236}">
                <a16:creationId xmlns:a16="http://schemas.microsoft.com/office/drawing/2014/main" id="{7C0586E4-E091-4772-B6F2-A2D76F91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413" name="shape-1210">
            <a:extLst xmlns:a="http://schemas.openxmlformats.org/drawingml/2006/main">
              <a:ext uri="{FF2B5EF4-FFF2-40B4-BE49-F238E27FC236}">
                <a16:creationId xmlns:a16="http://schemas.microsoft.com/office/drawing/2014/main" id="{EA358B7D-03E0-469D-9DDB-207FE33A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14" name="text-1211">
            <a:extLst xmlns:a="http://schemas.openxmlformats.org/drawingml/2006/main">
              <a:ext uri="{FF2B5EF4-FFF2-40B4-BE49-F238E27FC236}">
                <a16:creationId xmlns:a16="http://schemas.microsoft.com/office/drawing/2014/main" id="{805D54CC-0F8D-4343-A8FB-D54F7CF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415" name="shape-1212">
            <a:extLst xmlns:a="http://schemas.openxmlformats.org/drawingml/2006/main">
              <a:ext uri="{FF2B5EF4-FFF2-40B4-BE49-F238E27FC236}">
                <a16:creationId xmlns:a16="http://schemas.microsoft.com/office/drawing/2014/main" id="{4F12AACA-0E3C-4FE5-89A7-30291FB6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16" name="text-1213">
            <a:extLst xmlns:a="http://schemas.openxmlformats.org/drawingml/2006/main">
              <a:ext uri="{FF2B5EF4-FFF2-40B4-BE49-F238E27FC236}">
                <a16:creationId xmlns:a16="http://schemas.microsoft.com/office/drawing/2014/main" id="{6048E50B-9FAD-4C68-9EC2-81169A03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417" name="shape-1214">
            <a:extLst xmlns:a="http://schemas.openxmlformats.org/drawingml/2006/main">
              <a:ext uri="{FF2B5EF4-FFF2-40B4-BE49-F238E27FC236}">
                <a16:creationId xmlns:a16="http://schemas.microsoft.com/office/drawing/2014/main" id="{7A93E192-D7EB-47B4-B924-6BAF4F5E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18" name="text-1215">
            <a:extLst xmlns:a="http://schemas.openxmlformats.org/drawingml/2006/main">
              <a:ext uri="{FF2B5EF4-FFF2-40B4-BE49-F238E27FC236}">
                <a16:creationId xmlns:a16="http://schemas.microsoft.com/office/drawing/2014/main" id="{789F4EBD-2BF1-4ECE-9FD8-482426C8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1985</a:t>
            </a:r>
          </a:p>
        </p:txBody>
      </p:sp>
      <p:sp>
        <p:nvSpPr>
          <p:cNvPr id="419" name="shape-1216">
            <a:extLst xmlns:a="http://schemas.openxmlformats.org/drawingml/2006/main">
              <a:ext uri="{FF2B5EF4-FFF2-40B4-BE49-F238E27FC236}">
                <a16:creationId xmlns:a16="http://schemas.microsoft.com/office/drawing/2014/main" id="{1AE272E3-CCD0-4BED-A9C1-0F4FDF0B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0" name="text-1217">
            <a:extLst xmlns:a="http://schemas.openxmlformats.org/drawingml/2006/main">
              <a:ext uri="{FF2B5EF4-FFF2-40B4-BE49-F238E27FC236}">
                <a16:creationId xmlns:a16="http://schemas.microsoft.com/office/drawing/2014/main" id="{8BEF347F-D969-4495-88E7-D25D6716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1986</a:t>
            </a:r>
          </a:p>
        </p:txBody>
      </p:sp>
      <p:sp>
        <p:nvSpPr>
          <p:cNvPr id="421" name="shape-1218">
            <a:extLst xmlns:a="http://schemas.openxmlformats.org/drawingml/2006/main">
              <a:ext uri="{FF2B5EF4-FFF2-40B4-BE49-F238E27FC236}">
                <a16:creationId xmlns:a16="http://schemas.microsoft.com/office/drawing/2014/main" id="{18AE113E-F3DC-42F1-9E32-1F3E002B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2" name="text-1219">
            <a:extLst xmlns:a="http://schemas.openxmlformats.org/drawingml/2006/main">
              <a:ext uri="{FF2B5EF4-FFF2-40B4-BE49-F238E27FC236}">
                <a16:creationId xmlns:a16="http://schemas.microsoft.com/office/drawing/2014/main" id="{00A059E8-7371-4E7B-BD2D-BD3F42B0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1987</a:t>
            </a:r>
          </a:p>
        </p:txBody>
      </p:sp>
      <p:sp>
        <p:nvSpPr>
          <p:cNvPr id="423" name="shape-1220">
            <a:extLst xmlns:a="http://schemas.openxmlformats.org/drawingml/2006/main">
              <a:ext uri="{FF2B5EF4-FFF2-40B4-BE49-F238E27FC236}">
                <a16:creationId xmlns:a16="http://schemas.microsoft.com/office/drawing/2014/main" id="{CAE10F2D-8BF6-4D60-BCDE-A622A662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4" name="text-1221">
            <a:extLst xmlns:a="http://schemas.openxmlformats.org/drawingml/2006/main">
              <a:ext uri="{FF2B5EF4-FFF2-40B4-BE49-F238E27FC236}">
                <a16:creationId xmlns:a16="http://schemas.microsoft.com/office/drawing/2014/main" id="{F9C95455-08BE-4152-B798-55F7130A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425" name="shape-1222">
            <a:extLst xmlns:a="http://schemas.openxmlformats.org/drawingml/2006/main">
              <a:ext uri="{FF2B5EF4-FFF2-40B4-BE49-F238E27FC236}">
                <a16:creationId xmlns:a16="http://schemas.microsoft.com/office/drawing/2014/main" id="{7D916BA9-DE2E-4EA6-9912-5AE22D3B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6" name="text-1223">
            <a:extLst xmlns:a="http://schemas.openxmlformats.org/drawingml/2006/main">
              <a:ext uri="{FF2B5EF4-FFF2-40B4-BE49-F238E27FC236}">
                <a16:creationId xmlns:a16="http://schemas.microsoft.com/office/drawing/2014/main" id="{5891EAD8-2A02-480C-A054-A0E52D2E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427" name="shape-1224">
            <a:extLst xmlns:a="http://schemas.openxmlformats.org/drawingml/2006/main">
              <a:ext uri="{FF2B5EF4-FFF2-40B4-BE49-F238E27FC236}">
                <a16:creationId xmlns:a16="http://schemas.microsoft.com/office/drawing/2014/main" id="{02E7AF4B-D049-406D-82D4-9F75A854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8" name="text-1225">
            <a:extLst xmlns:a="http://schemas.openxmlformats.org/drawingml/2006/main">
              <a:ext uri="{FF2B5EF4-FFF2-40B4-BE49-F238E27FC236}">
                <a16:creationId xmlns:a16="http://schemas.microsoft.com/office/drawing/2014/main" id="{478EEB5D-C807-4F78-829C-3FB30DA2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429" name="shape-1226">
            <a:extLst xmlns:a="http://schemas.openxmlformats.org/drawingml/2006/main">
              <a:ext uri="{FF2B5EF4-FFF2-40B4-BE49-F238E27FC236}">
                <a16:creationId xmlns:a16="http://schemas.microsoft.com/office/drawing/2014/main" id="{565E2A06-5E2C-43ED-8265-7D79DDA8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30" name="text-1227">
            <a:extLst xmlns:a="http://schemas.openxmlformats.org/drawingml/2006/main">
              <a:ext uri="{FF2B5EF4-FFF2-40B4-BE49-F238E27FC236}">
                <a16:creationId xmlns:a16="http://schemas.microsoft.com/office/drawing/2014/main" id="{AE392FDE-3E85-4D14-BADC-FDBC6B9A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431" name="shape-1228">
            <a:extLst xmlns:a="http://schemas.openxmlformats.org/drawingml/2006/main">
              <a:ext uri="{FF2B5EF4-FFF2-40B4-BE49-F238E27FC236}">
                <a16:creationId xmlns:a16="http://schemas.microsoft.com/office/drawing/2014/main" id="{704279DA-4BCE-4957-BFC3-5EF1146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5438775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32" name="text-1229">
            <a:extLst xmlns:a="http://schemas.openxmlformats.org/drawingml/2006/main">
              <a:ext uri="{FF2B5EF4-FFF2-40B4-BE49-F238E27FC236}">
                <a16:creationId xmlns:a16="http://schemas.microsoft.com/office/drawing/2014/main" id="{9AAD236D-B404-48A5-9516-A482295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76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  <p:sp>
        <p:nvSpPr>
          <p:cNvPr id="433" name="shape-1230">
            <a:extLst xmlns:a="http://schemas.openxmlformats.org/drawingml/2006/main">
              <a:ext uri="{FF2B5EF4-FFF2-40B4-BE49-F238E27FC236}">
                <a16:creationId xmlns:a16="http://schemas.microsoft.com/office/drawing/2014/main" id="{86F1647B-2E96-46B3-8B1E-A51DF49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34" name="text-1231">
            <a:extLst xmlns:a="http://schemas.openxmlformats.org/drawingml/2006/main">
              <a:ext uri="{FF2B5EF4-FFF2-40B4-BE49-F238E27FC236}">
                <a16:creationId xmlns:a16="http://schemas.microsoft.com/office/drawing/2014/main" id="{3A5F90FE-DBA4-4956-AE9F-5434FAE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1985</a:t>
            </a:r>
          </a:p>
        </p:txBody>
      </p:sp>
      <p:sp>
        <p:nvSpPr>
          <p:cNvPr id="435" name="shape-1232">
            <a:extLst xmlns:a="http://schemas.openxmlformats.org/drawingml/2006/main">
              <a:ext uri="{FF2B5EF4-FFF2-40B4-BE49-F238E27FC236}">
                <a16:creationId xmlns:a16="http://schemas.microsoft.com/office/drawing/2014/main" id="{A1AABB94-AB3D-403E-99F7-F90997AF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36" name="text-1233">
            <a:extLst xmlns:a="http://schemas.openxmlformats.org/drawingml/2006/main">
              <a:ext uri="{FF2B5EF4-FFF2-40B4-BE49-F238E27FC236}">
                <a16:creationId xmlns:a16="http://schemas.microsoft.com/office/drawing/2014/main" id="{D82C944A-0B54-4792-8C25-C2FD3976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1986</a:t>
            </a:r>
          </a:p>
        </p:txBody>
      </p:sp>
      <p:sp>
        <p:nvSpPr>
          <p:cNvPr id="437" name="shape-1234">
            <a:extLst xmlns:a="http://schemas.openxmlformats.org/drawingml/2006/main">
              <a:ext uri="{FF2B5EF4-FFF2-40B4-BE49-F238E27FC236}">
                <a16:creationId xmlns:a16="http://schemas.microsoft.com/office/drawing/2014/main" id="{35296FFB-AD23-4317-B025-58F4E32C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38" name="text-1235">
            <a:extLst xmlns:a="http://schemas.openxmlformats.org/drawingml/2006/main">
              <a:ext uri="{FF2B5EF4-FFF2-40B4-BE49-F238E27FC236}">
                <a16:creationId xmlns:a16="http://schemas.microsoft.com/office/drawing/2014/main" id="{D8BA062D-31CD-4B1A-B57F-11B1BCA1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1987</a:t>
            </a:r>
          </a:p>
        </p:txBody>
      </p:sp>
      <p:sp>
        <p:nvSpPr>
          <p:cNvPr id="439" name="shape-1236">
            <a:extLst xmlns:a="http://schemas.openxmlformats.org/drawingml/2006/main">
              <a:ext uri="{FF2B5EF4-FFF2-40B4-BE49-F238E27FC236}">
                <a16:creationId xmlns:a16="http://schemas.microsoft.com/office/drawing/2014/main" id="{29DE0AFC-CABB-4368-9FB0-8FB86ED2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40" name="text-1237">
            <a:extLst xmlns:a="http://schemas.openxmlformats.org/drawingml/2006/main">
              <a:ext uri="{FF2B5EF4-FFF2-40B4-BE49-F238E27FC236}">
                <a16:creationId xmlns:a16="http://schemas.microsoft.com/office/drawing/2014/main" id="{416C5634-CEA4-41A3-B350-91EC3FF0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1988</a:t>
            </a:r>
          </a:p>
        </p:txBody>
      </p:sp>
      <p:sp>
        <p:nvSpPr>
          <p:cNvPr id="441" name="shape-1238">
            <a:extLst xmlns:a="http://schemas.openxmlformats.org/drawingml/2006/main">
              <a:ext uri="{FF2B5EF4-FFF2-40B4-BE49-F238E27FC236}">
                <a16:creationId xmlns:a16="http://schemas.microsoft.com/office/drawing/2014/main" id="{50431B89-90AD-4A71-BFE4-93BDE83F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42" name="text-1239">
            <a:extLst xmlns:a="http://schemas.openxmlformats.org/drawingml/2006/main">
              <a:ext uri="{FF2B5EF4-FFF2-40B4-BE49-F238E27FC236}">
                <a16:creationId xmlns:a16="http://schemas.microsoft.com/office/drawing/2014/main" id="{E19501CB-CC4B-4D32-8275-ABCA6359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1989</a:t>
            </a:r>
          </a:p>
        </p:txBody>
      </p:sp>
      <p:sp>
        <p:nvSpPr>
          <p:cNvPr id="443" name="shape-1240">
            <a:extLst xmlns:a="http://schemas.openxmlformats.org/drawingml/2006/main">
              <a:ext uri="{FF2B5EF4-FFF2-40B4-BE49-F238E27FC236}">
                <a16:creationId xmlns:a16="http://schemas.microsoft.com/office/drawing/2014/main" id="{24E6942E-3CB4-489A-AFE4-484E097B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44" name="text-1241">
            <a:extLst xmlns:a="http://schemas.openxmlformats.org/drawingml/2006/main">
              <a:ext uri="{FF2B5EF4-FFF2-40B4-BE49-F238E27FC236}">
                <a16:creationId xmlns:a16="http://schemas.microsoft.com/office/drawing/2014/main" id="{5216E365-8FD4-4256-A60C-E81D86C3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1990</a:t>
            </a:r>
          </a:p>
        </p:txBody>
      </p:sp>
      <p:sp>
        <p:nvSpPr>
          <p:cNvPr id="445" name="shape-1242">
            <a:extLst xmlns:a="http://schemas.openxmlformats.org/drawingml/2006/main">
              <a:ext uri="{FF2B5EF4-FFF2-40B4-BE49-F238E27FC236}">
                <a16:creationId xmlns:a16="http://schemas.microsoft.com/office/drawing/2014/main" id="{82207172-0E07-45E6-BCB9-C84CAB2C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46" name="text-1243">
            <a:extLst xmlns:a="http://schemas.openxmlformats.org/drawingml/2006/main">
              <a:ext uri="{FF2B5EF4-FFF2-40B4-BE49-F238E27FC236}">
                <a16:creationId xmlns:a16="http://schemas.microsoft.com/office/drawing/2014/main" id="{DA046567-EA97-46F6-9729-3067A3EC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1991</a:t>
            </a:r>
          </a:p>
        </p:txBody>
      </p:sp>
      <p:sp>
        <p:nvSpPr>
          <p:cNvPr id="447" name="shape-1244">
            <a:extLst xmlns:a="http://schemas.openxmlformats.org/drawingml/2006/main">
              <a:ext uri="{FF2B5EF4-FFF2-40B4-BE49-F238E27FC236}">
                <a16:creationId xmlns:a16="http://schemas.microsoft.com/office/drawing/2014/main" id="{E3623AC1-7B97-45D2-B4BD-79970E2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5829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6668">
            <a:solidFill>
              <a:srgbClr val="A96F06"/>
            </a:solidFill>
            <a:prstDash val="solid"/>
          </a:ln>
        </p:spPr>
      </p:sp>
      <p:sp>
        <p:nvSpPr>
          <p:cNvPr id="448" name="text-1245">
            <a:extLst xmlns:a="http://schemas.openxmlformats.org/drawingml/2006/main">
              <a:ext uri="{FF2B5EF4-FFF2-40B4-BE49-F238E27FC236}">
                <a16:creationId xmlns:a16="http://schemas.microsoft.com/office/drawing/2014/main" id="{AC6061BA-0F91-4984-AEB7-D08C6F4E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67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1992</a:t>
            </a:r>
          </a:p>
        </p:txBody>
      </p:sp>
    </p:spTree>
    <p:extLst>
      <p:ext uri="{BB962C8B-B14F-4D97-AF65-F5344CB8AC3E}">
        <p14:creationId xmlns:p14="http://schemas.microsoft.com/office/powerpoint/2010/main" val="1725676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d4eb1547e416d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61937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shape-1246">
            <a:extLst xmlns:a="http://schemas.openxmlformats.org/drawingml/2006/main">
              <a:ext uri="{FF2B5EF4-FFF2-40B4-BE49-F238E27FC236}">
                <a16:creationId xmlns:a16="http://schemas.microsoft.com/office/drawing/2014/main" id="{8FF67CB7-A691-4E86-8C10-1293FF3F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91250"/>
            <a:ext cx="409575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E7DE"/>
          </a:solidFill>
          <a:ln xmlns:a="http://schemas.openxmlformats.org/drawingml/2006/main" w="1905">
            <a:solidFill>
              <a:srgbClr val="E5E7DE"/>
            </a:solidFill>
            <a:prstDash val="solid"/>
          </a:ln>
        </p:spPr>
      </p:sp>
      <p:sp>
        <p:nvSpPr>
          <p:cNvPr id="3" name="shape-1247">
            <a:extLst xmlns:a="http://schemas.openxmlformats.org/drawingml/2006/main">
              <a:ext uri="{FF2B5EF4-FFF2-40B4-BE49-F238E27FC236}">
                <a16:creationId xmlns:a16="http://schemas.microsoft.com/office/drawing/2014/main" id="{B055696A-DE51-4ABC-925D-31DADB69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143625"/>
            <a:ext cx="5810250" cy="714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CE9E0"/>
          </a:solidFill>
          <a:ln xmlns:a="http://schemas.openxmlformats.org/drawingml/2006/main" w="1905">
            <a:solidFill>
              <a:srgbClr val="ECE9E0"/>
            </a:solidFill>
            <a:prstDash val="solid"/>
          </a:ln>
        </p:spPr>
      </p:sp>
      <p:sp>
        <p:nvSpPr>
          <p:cNvPr id="4" name="shape-1248">
            <a:extLst xmlns:a="http://schemas.openxmlformats.org/drawingml/2006/main">
              <a:ext uri="{FF2B5EF4-FFF2-40B4-BE49-F238E27FC236}">
                <a16:creationId xmlns:a16="http://schemas.microsoft.com/office/drawing/2014/main" id="{33BB1646-1D8C-4D07-8BBB-FC23EA3A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191250"/>
            <a:ext cx="457200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E4DA"/>
          </a:solidFill>
          <a:ln xmlns:a="http://schemas.openxmlformats.org/drawingml/2006/main" w="1905">
            <a:solidFill>
              <a:srgbClr val="E1E4DA"/>
            </a:solidFill>
            <a:prstDash val="solid"/>
          </a:ln>
        </p:spPr>
      </p:sp>
      <p:sp>
        <p:nvSpPr>
          <p:cNvPr id="5" name="line-1249">
            <a:extLst xmlns:a="http://schemas.openxmlformats.org/drawingml/2006/main">
              <a:ext uri="{FF2B5EF4-FFF2-40B4-BE49-F238E27FC236}">
                <a16:creationId xmlns:a16="http://schemas.microsoft.com/office/drawing/2014/main" id="{DCA35F77-9C51-46CD-B0A2-A62B87D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6667500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" name="shape-1250">
            <a:extLst xmlns:a="http://schemas.openxmlformats.org/drawingml/2006/main">
              <a:ext uri="{FF2B5EF4-FFF2-40B4-BE49-F238E27FC236}">
                <a16:creationId xmlns:a16="http://schemas.microsoft.com/office/drawing/2014/main" id="{85904A57-27A7-4EA7-9940-9DDB26E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" y="6646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" name="line-1251">
            <a:extLst xmlns:a="http://schemas.openxmlformats.org/drawingml/2006/main">
              <a:ext uri="{FF2B5EF4-FFF2-40B4-BE49-F238E27FC236}">
                <a16:creationId xmlns:a16="http://schemas.microsoft.com/office/drawing/2014/main" id="{7E0835BD-4EC5-42DC-BBC9-1B4491FC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5055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8" name="shape-1252">
            <a:extLst xmlns:a="http://schemas.openxmlformats.org/drawingml/2006/main">
              <a:ext uri="{FF2B5EF4-FFF2-40B4-BE49-F238E27FC236}">
                <a16:creationId xmlns:a16="http://schemas.microsoft.com/office/drawing/2014/main" id="{A4C383B6-17D3-485A-A20D-24C33F55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" y="64941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9" name="line-1253">
            <a:extLst xmlns:a="http://schemas.openxmlformats.org/drawingml/2006/main">
              <a:ext uri="{FF2B5EF4-FFF2-40B4-BE49-F238E27FC236}">
                <a16:creationId xmlns:a16="http://schemas.microsoft.com/office/drawing/2014/main" id="{4AA63B3D-C7CB-4643-9967-20940DC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6343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0" name="shape-1254">
            <a:extLst xmlns:a="http://schemas.openxmlformats.org/drawingml/2006/main">
              <a:ext uri="{FF2B5EF4-FFF2-40B4-BE49-F238E27FC236}">
                <a16:creationId xmlns:a16="http://schemas.microsoft.com/office/drawing/2014/main" id="{0CD9DC70-3FE6-4357-ACAC-22D1EA22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" y="63322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1" name="line-1255">
            <a:extLst xmlns:a="http://schemas.openxmlformats.org/drawingml/2006/main">
              <a:ext uri="{FF2B5EF4-FFF2-40B4-BE49-F238E27FC236}">
                <a16:creationId xmlns:a16="http://schemas.microsoft.com/office/drawing/2014/main" id="{5CDF3AEC-1D9C-435B-ADEA-B901F80F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61817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2" name="shape-1256">
            <a:extLst xmlns:a="http://schemas.openxmlformats.org/drawingml/2006/main">
              <a:ext uri="{FF2B5EF4-FFF2-40B4-BE49-F238E27FC236}">
                <a16:creationId xmlns:a16="http://schemas.microsoft.com/office/drawing/2014/main" id="{4B71F636-98F4-47CA-8AF9-E46DE4A7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" y="6170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3" name="line-1257">
            <a:extLst xmlns:a="http://schemas.openxmlformats.org/drawingml/2006/main">
              <a:ext uri="{FF2B5EF4-FFF2-40B4-BE49-F238E27FC236}">
                <a16:creationId xmlns:a16="http://schemas.microsoft.com/office/drawing/2014/main" id="{E24AB371-9FD2-4842-9E3D-B9A3783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6534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4" name="shape-1258">
            <a:extLst xmlns:a="http://schemas.openxmlformats.org/drawingml/2006/main">
              <a:ext uri="{FF2B5EF4-FFF2-40B4-BE49-F238E27FC236}">
                <a16:creationId xmlns:a16="http://schemas.microsoft.com/office/drawing/2014/main" id="{C6DFDEE0-B549-444A-939D-F3365353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65227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5" name="line-1259">
            <a:extLst xmlns:a="http://schemas.openxmlformats.org/drawingml/2006/main">
              <a:ext uri="{FF2B5EF4-FFF2-40B4-BE49-F238E27FC236}">
                <a16:creationId xmlns:a16="http://schemas.microsoft.com/office/drawing/2014/main" id="{E23C58F4-C998-4149-BB37-15FE4BEC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6372225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6" name="shape-1260">
            <a:extLst xmlns:a="http://schemas.openxmlformats.org/drawingml/2006/main">
              <a:ext uri="{FF2B5EF4-FFF2-40B4-BE49-F238E27FC236}">
                <a16:creationId xmlns:a16="http://schemas.microsoft.com/office/drawing/2014/main" id="{DA207A9B-67DB-470D-907D-2ACB87FA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545" y="63512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" name="line-1261">
            <a:extLst xmlns:a="http://schemas.openxmlformats.org/drawingml/2006/main">
              <a:ext uri="{FF2B5EF4-FFF2-40B4-BE49-F238E27FC236}">
                <a16:creationId xmlns:a16="http://schemas.microsoft.com/office/drawing/2014/main" id="{7C40DF59-9BF6-49E8-BBD9-99EE82D1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621030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8" name="shape-1262">
            <a:extLst xmlns:a="http://schemas.openxmlformats.org/drawingml/2006/main">
              <a:ext uri="{FF2B5EF4-FFF2-40B4-BE49-F238E27FC236}">
                <a16:creationId xmlns:a16="http://schemas.microsoft.com/office/drawing/2014/main" id="{B88C3A35-AF0A-41B9-90EF-49BC4C26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61988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9" name="line-1263">
            <a:extLst xmlns:a="http://schemas.openxmlformats.org/drawingml/2006/main">
              <a:ext uri="{FF2B5EF4-FFF2-40B4-BE49-F238E27FC236}">
                <a16:creationId xmlns:a16="http://schemas.microsoft.com/office/drawing/2014/main" id="{75972B41-5D51-4415-888F-080A4D1B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65627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0" name="shape-1264">
            <a:extLst xmlns:a="http://schemas.openxmlformats.org/drawingml/2006/main">
              <a:ext uri="{FF2B5EF4-FFF2-40B4-BE49-F238E27FC236}">
                <a16:creationId xmlns:a16="http://schemas.microsoft.com/office/drawing/2014/main" id="{4F360737-DC4F-4FC5-A97E-3CFF984A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6551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1" name="line-1265">
            <a:extLst xmlns:a="http://schemas.openxmlformats.org/drawingml/2006/main">
              <a:ext uri="{FF2B5EF4-FFF2-40B4-BE49-F238E27FC236}">
                <a16:creationId xmlns:a16="http://schemas.microsoft.com/office/drawing/2014/main" id="{693DEFFD-F802-41F1-9123-743509AE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64008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" name="shape-1266">
            <a:extLst xmlns:a="http://schemas.openxmlformats.org/drawingml/2006/main">
              <a:ext uri="{FF2B5EF4-FFF2-40B4-BE49-F238E27FC236}">
                <a16:creationId xmlns:a16="http://schemas.microsoft.com/office/drawing/2014/main" id="{4FC82DDB-8FD1-4B3A-A90E-49625CD9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920" y="63893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3" name="line-1267">
            <a:extLst xmlns:a="http://schemas.openxmlformats.org/drawingml/2006/main">
              <a:ext uri="{FF2B5EF4-FFF2-40B4-BE49-F238E27FC236}">
                <a16:creationId xmlns:a16="http://schemas.microsoft.com/office/drawing/2014/main" id="{69C9229B-2CAE-461B-927B-75AE590F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62388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" name="shape-1268">
            <a:extLst xmlns:a="http://schemas.openxmlformats.org/drawingml/2006/main">
              <a:ext uri="{FF2B5EF4-FFF2-40B4-BE49-F238E27FC236}">
                <a16:creationId xmlns:a16="http://schemas.microsoft.com/office/drawing/2014/main" id="{E452963E-AEC0-4703-9CBC-44B48ED5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0" y="6227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5" name="line-1269">
            <a:extLst xmlns:a="http://schemas.openxmlformats.org/drawingml/2006/main">
              <a:ext uri="{FF2B5EF4-FFF2-40B4-BE49-F238E27FC236}">
                <a16:creationId xmlns:a16="http://schemas.microsoft.com/office/drawing/2014/main" id="{093CA22B-97CE-4E71-8A3B-4A7B2C0C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6591300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6" name="shape-1270">
            <a:extLst xmlns:a="http://schemas.openxmlformats.org/drawingml/2006/main">
              <a:ext uri="{FF2B5EF4-FFF2-40B4-BE49-F238E27FC236}">
                <a16:creationId xmlns:a16="http://schemas.microsoft.com/office/drawing/2014/main" id="{2F2551FE-85C6-49A8-BD9C-C3B9036C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65703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7" name="line-1271">
            <a:extLst xmlns:a="http://schemas.openxmlformats.org/drawingml/2006/main">
              <a:ext uri="{FF2B5EF4-FFF2-40B4-BE49-F238E27FC236}">
                <a16:creationId xmlns:a16="http://schemas.microsoft.com/office/drawing/2014/main" id="{0991E986-FEC2-4A46-AA8F-1F0C96BE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64293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" name="shape-1272">
            <a:extLst xmlns:a="http://schemas.openxmlformats.org/drawingml/2006/main">
              <a:ext uri="{FF2B5EF4-FFF2-40B4-BE49-F238E27FC236}">
                <a16:creationId xmlns:a16="http://schemas.microsoft.com/office/drawing/2014/main" id="{4773E2C1-B844-4BC4-9F76-30AA2F0C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4179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9" name="line-1273">
            <a:extLst xmlns:a="http://schemas.openxmlformats.org/drawingml/2006/main">
              <a:ext uri="{FF2B5EF4-FFF2-40B4-BE49-F238E27FC236}">
                <a16:creationId xmlns:a16="http://schemas.microsoft.com/office/drawing/2014/main" id="{F9F175C4-1690-45D1-A098-38A82ABA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26745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" name="shape-1274">
            <a:extLst xmlns:a="http://schemas.openxmlformats.org/drawingml/2006/main">
              <a:ext uri="{FF2B5EF4-FFF2-40B4-BE49-F238E27FC236}">
                <a16:creationId xmlns:a16="http://schemas.microsoft.com/office/drawing/2014/main" id="{C8DF6410-7696-4028-9216-3D4EE42B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720" y="6256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1" name="line-1275">
            <a:extLst xmlns:a="http://schemas.openxmlformats.org/drawingml/2006/main">
              <a:ext uri="{FF2B5EF4-FFF2-40B4-BE49-F238E27FC236}">
                <a16:creationId xmlns:a16="http://schemas.microsoft.com/office/drawing/2014/main" id="{20C1058A-E036-4684-8BF7-BCF01593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91100" y="661987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" name="shape-1276">
            <a:extLst xmlns:a="http://schemas.openxmlformats.org/drawingml/2006/main">
              <a:ext uri="{FF2B5EF4-FFF2-40B4-BE49-F238E27FC236}">
                <a16:creationId xmlns:a16="http://schemas.microsoft.com/office/drawing/2014/main" id="{666D49FF-0415-4A6D-A80A-A918B646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670" y="6608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3" name="line-1277">
            <a:extLst xmlns:a="http://schemas.openxmlformats.org/drawingml/2006/main">
              <a:ext uri="{FF2B5EF4-FFF2-40B4-BE49-F238E27FC236}">
                <a16:creationId xmlns:a16="http://schemas.microsoft.com/office/drawing/2014/main" id="{D7C27C08-F358-4C05-BFA0-0A1A1C8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6457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" name="shape-1278">
            <a:extLst xmlns:a="http://schemas.openxmlformats.org/drawingml/2006/main">
              <a:ext uri="{FF2B5EF4-FFF2-40B4-BE49-F238E27FC236}">
                <a16:creationId xmlns:a16="http://schemas.microsoft.com/office/drawing/2014/main" id="{C06C4895-109A-4BF8-9443-76F68AE7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620" y="64465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5" name="line-1279">
            <a:extLst xmlns:a="http://schemas.openxmlformats.org/drawingml/2006/main">
              <a:ext uri="{FF2B5EF4-FFF2-40B4-BE49-F238E27FC236}">
                <a16:creationId xmlns:a16="http://schemas.microsoft.com/office/drawing/2014/main" id="{8A4C1D3A-9090-4E6E-8FCE-688B9FBF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6296025"/>
            <a:ext cx="953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36" name="shape-1280">
            <a:extLst xmlns:a="http://schemas.openxmlformats.org/drawingml/2006/main">
              <a:ext uri="{FF2B5EF4-FFF2-40B4-BE49-F238E27FC236}">
                <a16:creationId xmlns:a16="http://schemas.microsoft.com/office/drawing/2014/main" id="{B3F29AAC-EE34-41F8-9D06-6F573023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045" y="6275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7" name="line-1281">
            <a:extLst xmlns:a="http://schemas.openxmlformats.org/drawingml/2006/main">
              <a:ext uri="{FF2B5EF4-FFF2-40B4-BE49-F238E27FC236}">
                <a16:creationId xmlns:a16="http://schemas.microsoft.com/office/drawing/2014/main" id="{2A6B60FC-E6C9-4657-9396-69315E6E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66484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" name="shape-1282">
            <a:extLst xmlns:a="http://schemas.openxmlformats.org/drawingml/2006/main">
              <a:ext uri="{FF2B5EF4-FFF2-40B4-BE49-F238E27FC236}">
                <a16:creationId xmlns:a16="http://schemas.microsoft.com/office/drawing/2014/main" id="{B3959E79-5F30-4BDA-B552-3967FABC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520" y="6637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9" name="line-1283">
            <a:extLst xmlns:a="http://schemas.openxmlformats.org/drawingml/2006/main">
              <a:ext uri="{FF2B5EF4-FFF2-40B4-BE49-F238E27FC236}">
                <a16:creationId xmlns:a16="http://schemas.microsoft.com/office/drawing/2014/main" id="{B47AE8A4-9A30-4D31-94D9-0FE99793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64865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" name="shape-1284">
            <a:extLst xmlns:a="http://schemas.openxmlformats.org/drawingml/2006/main">
              <a:ext uri="{FF2B5EF4-FFF2-40B4-BE49-F238E27FC236}">
                <a16:creationId xmlns:a16="http://schemas.microsoft.com/office/drawing/2014/main" id="{37B27000-3026-462E-A5B9-5F7C6DBC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470" y="64750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1" name="line-1285">
            <a:extLst xmlns:a="http://schemas.openxmlformats.org/drawingml/2006/main">
              <a:ext uri="{FF2B5EF4-FFF2-40B4-BE49-F238E27FC236}">
                <a16:creationId xmlns:a16="http://schemas.microsoft.com/office/drawing/2014/main" id="{7F6B365C-937F-4BCB-BC21-16291804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6324600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" name="shape-1286">
            <a:extLst xmlns:a="http://schemas.openxmlformats.org/drawingml/2006/main">
              <a:ext uri="{FF2B5EF4-FFF2-40B4-BE49-F238E27FC236}">
                <a16:creationId xmlns:a16="http://schemas.microsoft.com/office/drawing/2014/main" id="{E41E1699-C445-4623-8171-BB9B071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63131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3" name="line-1287">
            <a:extLst xmlns:a="http://schemas.openxmlformats.org/drawingml/2006/main">
              <a:ext uri="{FF2B5EF4-FFF2-40B4-BE49-F238E27FC236}">
                <a16:creationId xmlns:a16="http://schemas.microsoft.com/office/drawing/2014/main" id="{7954D9E7-DA3C-4E68-B92A-519191B0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6162675"/>
            <a:ext cx="953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4" name="shape-1288">
            <a:extLst xmlns:a="http://schemas.openxmlformats.org/drawingml/2006/main">
              <a:ext uri="{FF2B5EF4-FFF2-40B4-BE49-F238E27FC236}">
                <a16:creationId xmlns:a16="http://schemas.microsoft.com/office/drawing/2014/main" id="{77CAF156-A3F8-4834-B6D1-E849F033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370" y="6151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5" name="line-1289">
            <a:extLst xmlns:a="http://schemas.openxmlformats.org/drawingml/2006/main">
              <a:ext uri="{FF2B5EF4-FFF2-40B4-BE49-F238E27FC236}">
                <a16:creationId xmlns:a16="http://schemas.microsoft.com/office/drawing/2014/main" id="{81ED88DC-E415-4982-BE3D-455EB9F3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515100"/>
            <a:ext cx="953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46" name="shape-1290">
            <a:extLst xmlns:a="http://schemas.openxmlformats.org/drawingml/2006/main">
              <a:ext uri="{FF2B5EF4-FFF2-40B4-BE49-F238E27FC236}">
                <a16:creationId xmlns:a16="http://schemas.microsoft.com/office/drawing/2014/main" id="{D448E823-7DDD-425B-9AE2-7E846215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795" y="6494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47" name="line-1291">
            <a:extLst xmlns:a="http://schemas.openxmlformats.org/drawingml/2006/main">
              <a:ext uri="{FF2B5EF4-FFF2-40B4-BE49-F238E27FC236}">
                <a16:creationId xmlns:a16="http://schemas.microsoft.com/office/drawing/2014/main" id="{639D2A15-FF24-4A1D-B18A-E40ECFCD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3531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8" name="shape-1292">
            <a:extLst xmlns:a="http://schemas.openxmlformats.org/drawingml/2006/main">
              <a:ext uri="{FF2B5EF4-FFF2-40B4-BE49-F238E27FC236}">
                <a16:creationId xmlns:a16="http://schemas.microsoft.com/office/drawing/2014/main" id="{4C383290-E8C0-4DEA-9C12-D648B14F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270" y="63417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9" name="line-1293">
            <a:extLst xmlns:a="http://schemas.openxmlformats.org/drawingml/2006/main">
              <a:ext uri="{FF2B5EF4-FFF2-40B4-BE49-F238E27FC236}">
                <a16:creationId xmlns:a16="http://schemas.microsoft.com/office/drawing/2014/main" id="{5535D3B2-2DAB-477F-8DE8-89688E2E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48650" y="61912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0" name="shape-1294">
            <a:extLst xmlns:a="http://schemas.openxmlformats.org/drawingml/2006/main">
              <a:ext uri="{FF2B5EF4-FFF2-40B4-BE49-F238E27FC236}">
                <a16:creationId xmlns:a16="http://schemas.microsoft.com/office/drawing/2014/main" id="{F63122E1-3C71-44A8-886E-725715F3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220" y="6179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1" name="line-1295">
            <a:extLst xmlns:a="http://schemas.openxmlformats.org/drawingml/2006/main">
              <a:ext uri="{FF2B5EF4-FFF2-40B4-BE49-F238E27FC236}">
                <a16:creationId xmlns:a16="http://schemas.microsoft.com/office/drawing/2014/main" id="{D7DA4CEF-1323-4572-9395-14AA23E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654367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2" name="shape-1296">
            <a:extLst xmlns:a="http://schemas.openxmlformats.org/drawingml/2006/main">
              <a:ext uri="{FF2B5EF4-FFF2-40B4-BE49-F238E27FC236}">
                <a16:creationId xmlns:a16="http://schemas.microsoft.com/office/drawing/2014/main" id="{4D57489C-FE9F-4A17-946C-142B1F5E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170" y="6532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3" name="line-1297">
            <a:extLst xmlns:a="http://schemas.openxmlformats.org/drawingml/2006/main">
              <a:ext uri="{FF2B5EF4-FFF2-40B4-BE49-F238E27FC236}">
                <a16:creationId xmlns:a16="http://schemas.microsoft.com/office/drawing/2014/main" id="{9498A305-0705-4E07-978C-7D408C6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72550" y="63817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4" name="shape-1298">
            <a:extLst xmlns:a="http://schemas.openxmlformats.org/drawingml/2006/main">
              <a:ext uri="{FF2B5EF4-FFF2-40B4-BE49-F238E27FC236}">
                <a16:creationId xmlns:a16="http://schemas.microsoft.com/office/drawing/2014/main" id="{8961FB8D-B99B-4B54-92F0-71E576AD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120" y="63703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5" name="line-1299">
            <a:extLst xmlns:a="http://schemas.openxmlformats.org/drawingml/2006/main">
              <a:ext uri="{FF2B5EF4-FFF2-40B4-BE49-F238E27FC236}">
                <a16:creationId xmlns:a16="http://schemas.microsoft.com/office/drawing/2014/main" id="{F18E1F1F-C7C2-493B-AAA6-49FB6F82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62198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56" name="shape-1300">
            <a:extLst xmlns:a="http://schemas.openxmlformats.org/drawingml/2006/main">
              <a:ext uri="{FF2B5EF4-FFF2-40B4-BE49-F238E27FC236}">
                <a16:creationId xmlns:a16="http://schemas.microsoft.com/office/drawing/2014/main" id="{247B0C93-617D-4D2B-A831-D13C8533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3545" y="61988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57" name="line-1301">
            <a:extLst xmlns:a="http://schemas.openxmlformats.org/drawingml/2006/main">
              <a:ext uri="{FF2B5EF4-FFF2-40B4-BE49-F238E27FC236}">
                <a16:creationId xmlns:a16="http://schemas.microsoft.com/office/drawing/2014/main" id="{0B084A84-E000-4680-AC26-239CBDA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657225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8" name="shape-1302">
            <a:extLst xmlns:a="http://schemas.openxmlformats.org/drawingml/2006/main">
              <a:ext uri="{FF2B5EF4-FFF2-40B4-BE49-F238E27FC236}">
                <a16:creationId xmlns:a16="http://schemas.microsoft.com/office/drawing/2014/main" id="{F5A70DEE-B50F-4356-B768-CD4244D3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020" y="6560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9" name="line-1303">
            <a:extLst xmlns:a="http://schemas.openxmlformats.org/drawingml/2006/main">
              <a:ext uri="{FF2B5EF4-FFF2-40B4-BE49-F238E27FC236}">
                <a16:creationId xmlns:a16="http://schemas.microsoft.com/office/drawing/2014/main" id="{D9763E69-689E-4A2C-8B41-F96EC7DC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64103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0" name="shape-1304">
            <a:extLst xmlns:a="http://schemas.openxmlformats.org/drawingml/2006/main">
              <a:ext uri="{FF2B5EF4-FFF2-40B4-BE49-F238E27FC236}">
                <a16:creationId xmlns:a16="http://schemas.microsoft.com/office/drawing/2014/main" id="{664A3158-51BE-4245-A79B-8170C054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970" y="63988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1" name="line-1305">
            <a:extLst xmlns:a="http://schemas.openxmlformats.org/drawingml/2006/main">
              <a:ext uri="{FF2B5EF4-FFF2-40B4-BE49-F238E27FC236}">
                <a16:creationId xmlns:a16="http://schemas.microsoft.com/office/drawing/2014/main" id="{9D5A6FE3-5B08-4610-A9FC-C69B28BB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0350" y="62484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2" name="shape-1306">
            <a:extLst xmlns:a="http://schemas.openxmlformats.org/drawingml/2006/main">
              <a:ext uri="{FF2B5EF4-FFF2-40B4-BE49-F238E27FC236}">
                <a16:creationId xmlns:a16="http://schemas.microsoft.com/office/drawing/2014/main" id="{1A4FB42F-B2FE-417F-8DD1-19CC3164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920" y="6236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3" name="line-1307">
            <a:extLst xmlns:a="http://schemas.openxmlformats.org/drawingml/2006/main">
              <a:ext uri="{FF2B5EF4-FFF2-40B4-BE49-F238E27FC236}">
                <a16:creationId xmlns:a16="http://schemas.microsoft.com/office/drawing/2014/main" id="{24E23E2B-BAA0-4228-940A-81420E5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66008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4" name="shape-1308">
            <a:extLst xmlns:a="http://schemas.openxmlformats.org/drawingml/2006/main">
              <a:ext uri="{FF2B5EF4-FFF2-40B4-BE49-F238E27FC236}">
                <a16:creationId xmlns:a16="http://schemas.microsoft.com/office/drawing/2014/main" id="{38053C2C-32F2-44FB-B13D-25B490A7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0870" y="65893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5" name="line-1309">
            <a:extLst xmlns:a="http://schemas.openxmlformats.org/drawingml/2006/main">
              <a:ext uri="{FF2B5EF4-FFF2-40B4-BE49-F238E27FC236}">
                <a16:creationId xmlns:a16="http://schemas.microsoft.com/office/drawing/2014/main" id="{860E80E4-C46F-44BB-B517-2DDE8D0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643890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6" name="shape-1310">
            <a:extLst xmlns:a="http://schemas.openxmlformats.org/drawingml/2006/main">
              <a:ext uri="{FF2B5EF4-FFF2-40B4-BE49-F238E27FC236}">
                <a16:creationId xmlns:a16="http://schemas.microsoft.com/office/drawing/2014/main" id="{667EC78B-284D-4770-AECD-77865F7B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3295" y="64179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67" name="line-1311">
            <a:extLst xmlns:a="http://schemas.openxmlformats.org/drawingml/2006/main">
              <a:ext uri="{FF2B5EF4-FFF2-40B4-BE49-F238E27FC236}">
                <a16:creationId xmlns:a16="http://schemas.microsoft.com/office/drawing/2014/main" id="{C6FC8F8C-6F76-42F1-B88D-CC02AC4F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06200" y="6276975"/>
            <a:ext cx="953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8" name="shape-1312">
            <a:extLst xmlns:a="http://schemas.openxmlformats.org/drawingml/2006/main">
              <a:ext uri="{FF2B5EF4-FFF2-40B4-BE49-F238E27FC236}">
                <a16:creationId xmlns:a16="http://schemas.microsoft.com/office/drawing/2014/main" id="{A6A2F944-6D2B-45B6-B8D2-495402DF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0" y="62655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9" name="line-1313">
            <a:extLst xmlns:a="http://schemas.openxmlformats.org/drawingml/2006/main">
              <a:ext uri="{FF2B5EF4-FFF2-40B4-BE49-F238E27FC236}">
                <a16:creationId xmlns:a16="http://schemas.microsoft.com/office/drawing/2014/main" id="{6CF08EB5-CB24-48C8-9D32-AB2BCC25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8150" y="66294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0" name="shape-1314">
            <a:extLst xmlns:a="http://schemas.openxmlformats.org/drawingml/2006/main">
              <a:ext uri="{FF2B5EF4-FFF2-40B4-BE49-F238E27FC236}">
                <a16:creationId xmlns:a16="http://schemas.microsoft.com/office/drawing/2014/main" id="{05600082-0E39-4E00-B326-59301087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720" y="6617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1" name="line-1315">
            <a:extLst xmlns:a="http://schemas.openxmlformats.org/drawingml/2006/main">
              <a:ext uri="{FF2B5EF4-FFF2-40B4-BE49-F238E27FC236}">
                <a16:creationId xmlns:a16="http://schemas.microsoft.com/office/drawing/2014/main" id="{8AF2F631-CF39-4C8A-BF88-5063FF72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30100" y="6467475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2" name="shape-1316">
            <a:extLst xmlns:a="http://schemas.openxmlformats.org/drawingml/2006/main">
              <a:ext uri="{FF2B5EF4-FFF2-40B4-BE49-F238E27FC236}">
                <a16:creationId xmlns:a16="http://schemas.microsoft.com/office/drawing/2014/main" id="{3074D377-6CF6-4347-91B4-AE9C572D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70" y="64560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3" name="text-1317">
            <a:extLst xmlns:a="http://schemas.openxmlformats.org/drawingml/2006/main">
              <a:ext uri="{FF2B5EF4-FFF2-40B4-BE49-F238E27FC236}">
                <a16:creationId xmlns:a16="http://schemas.microsoft.com/office/drawing/2014/main" id="{40D1FD62-08C1-48A4-9B3B-08B662D5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0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4" name="text-1318">
            <a:extLst xmlns:a="http://schemas.openxmlformats.org/drawingml/2006/main">
              <a:ext uri="{FF2B5EF4-FFF2-40B4-BE49-F238E27FC236}">
                <a16:creationId xmlns:a16="http://schemas.microsoft.com/office/drawing/2014/main" id="{6E55EE4F-EA4A-4DFD-A12D-2867A809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可执行反事实决定候选是否进入事件层</a:t>
            </a:r>
          </a:p>
        </p:txBody>
      </p:sp>
      <p:sp>
        <p:nvSpPr>
          <p:cNvPr id="75" name="line-1319">
            <a:extLst xmlns:a="http://schemas.openxmlformats.org/drawingml/2006/main">
              <a:ext uri="{FF2B5EF4-FFF2-40B4-BE49-F238E27FC236}">
                <a16:creationId xmlns:a16="http://schemas.microsoft.com/office/drawing/2014/main" id="{DB099B6D-81AC-447B-BCEA-60DB7589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857250"/>
            <a:ext cx="809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76" name="shape-1320">
            <a:extLst xmlns:a="http://schemas.openxmlformats.org/drawingml/2006/main">
              <a:ext uri="{FF2B5EF4-FFF2-40B4-BE49-F238E27FC236}">
                <a16:creationId xmlns:a16="http://schemas.microsoft.com/office/drawing/2014/main" id="{FD7CAC40-4245-4876-8838-1737F8B9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11906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7" name="text-1321">
            <a:extLst xmlns:a="http://schemas.openxmlformats.org/drawingml/2006/main">
              <a:ext uri="{FF2B5EF4-FFF2-40B4-BE49-F238E27FC236}">
                <a16:creationId xmlns:a16="http://schemas.microsoft.com/office/drawing/2014/main" id="{ED6B82F9-659B-4AF3-8ACD-8D28128B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4777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复制 siteData</a:t>
            </a:r>
          </a:p>
        </p:txBody>
      </p:sp>
      <p:sp>
        <p:nvSpPr>
          <p:cNvPr id="78" name="shape-1322">
            <a:extLst xmlns:a="http://schemas.openxmlformats.org/drawingml/2006/main">
              <a:ext uri="{FF2B5EF4-FFF2-40B4-BE49-F238E27FC236}">
                <a16:creationId xmlns:a16="http://schemas.microsoft.com/office/drawing/2014/main" id="{DC5F58EF-39FA-4949-8919-551F257A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125730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514E"/>
          </a:solidFill>
          <a:ln xmlns:a="http://schemas.openxmlformats.org/drawingml/2006/main" w="4763">
            <a:solidFill>
              <a:srgbClr val="3F514E"/>
            </a:solidFill>
            <a:prstDash val="solid"/>
          </a:ln>
        </p:spPr>
      </p:sp>
      <p:sp>
        <p:nvSpPr>
          <p:cNvPr id="79" name="shape-1323">
            <a:extLst xmlns:a="http://schemas.openxmlformats.org/drawingml/2006/main">
              <a:ext uri="{FF2B5EF4-FFF2-40B4-BE49-F238E27FC236}">
                <a16:creationId xmlns:a16="http://schemas.microsoft.com/office/drawing/2014/main" id="{FB95FE25-A822-42AA-8242-6CF9B830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1906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80" name="text-1324">
            <a:extLst xmlns:a="http://schemas.openxmlformats.org/drawingml/2006/main">
              <a:ext uri="{FF2B5EF4-FFF2-40B4-BE49-F238E27FC236}">
                <a16:creationId xmlns:a16="http://schemas.microsoft.com/office/drawing/2014/main" id="{09E021EC-9671-4C19-A85B-B1D4A3A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24777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虚拟编辑目标芯</a:t>
            </a:r>
          </a:p>
        </p:txBody>
      </p:sp>
      <p:sp>
        <p:nvSpPr>
          <p:cNvPr id="81" name="shape-1325">
            <a:extLst xmlns:a="http://schemas.openxmlformats.org/drawingml/2006/main">
              <a:ext uri="{FF2B5EF4-FFF2-40B4-BE49-F238E27FC236}">
                <a16:creationId xmlns:a16="http://schemas.microsoft.com/office/drawing/2014/main" id="{E9393DAF-D5FD-4B84-BE64-E8F6A268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175" y="125730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514E"/>
          </a:solidFill>
          <a:ln xmlns:a="http://schemas.openxmlformats.org/drawingml/2006/main" w="4763">
            <a:solidFill>
              <a:srgbClr val="3F514E"/>
            </a:solidFill>
            <a:prstDash val="solid"/>
          </a:ln>
        </p:spPr>
      </p:sp>
      <p:sp>
        <p:nvSpPr>
          <p:cNvPr id="82" name="shape-1326">
            <a:extLst xmlns:a="http://schemas.openxmlformats.org/drawingml/2006/main">
              <a:ext uri="{FF2B5EF4-FFF2-40B4-BE49-F238E27FC236}">
                <a16:creationId xmlns:a16="http://schemas.microsoft.com/office/drawing/2014/main" id="{D3E19B03-A729-44DE-B2C4-735C92D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11906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83" name="text-1327">
            <a:extLst xmlns:a="http://schemas.openxmlformats.org/drawingml/2006/main">
              <a:ext uri="{FF2B5EF4-FFF2-40B4-BE49-F238E27FC236}">
                <a16:creationId xmlns:a16="http://schemas.microsoft.com/office/drawing/2014/main" id="{30103989-4776-4E5C-9174-598D971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24777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完整重新诊断</a:t>
            </a:r>
          </a:p>
        </p:txBody>
      </p:sp>
      <p:sp>
        <p:nvSpPr>
          <p:cNvPr id="84" name="shape-1328">
            <a:extLst xmlns:a="http://schemas.openxmlformats.org/drawingml/2006/main">
              <a:ext uri="{FF2B5EF4-FFF2-40B4-BE49-F238E27FC236}">
                <a16:creationId xmlns:a16="http://schemas.microsoft.com/office/drawing/2014/main" id="{A8EC1F3B-8476-4C18-88A0-C77F41BF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125730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514E"/>
          </a:solidFill>
          <a:ln xmlns:a="http://schemas.openxmlformats.org/drawingml/2006/main" w="4763">
            <a:solidFill>
              <a:srgbClr val="3F514E"/>
            </a:solidFill>
            <a:prstDash val="solid"/>
          </a:ln>
        </p:spPr>
      </p:sp>
      <p:sp>
        <p:nvSpPr>
          <p:cNvPr id="85" name="shape-1329">
            <a:extLst xmlns:a="http://schemas.openxmlformats.org/drawingml/2006/main">
              <a:ext uri="{FF2B5EF4-FFF2-40B4-BE49-F238E27FC236}">
                <a16:creationId xmlns:a16="http://schemas.microsoft.com/office/drawing/2014/main" id="{DADAD579-A26F-4672-9581-7CF4CB8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119062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86" name="text-1330">
            <a:extLst xmlns:a="http://schemas.openxmlformats.org/drawingml/2006/main">
              <a:ext uri="{FF2B5EF4-FFF2-40B4-BE49-F238E27FC236}">
                <a16:creationId xmlns:a16="http://schemas.microsoft.com/office/drawing/2014/main" id="{15707502-0769-4BEB-B870-F8FE410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24777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before / after</a:t>
            </a:r>
          </a:p>
        </p:txBody>
      </p:sp>
      <p:sp>
        <p:nvSpPr>
          <p:cNvPr id="87" name="shape-1331">
            <a:extLst xmlns:a="http://schemas.openxmlformats.org/drawingml/2006/main">
              <a:ext uri="{FF2B5EF4-FFF2-40B4-BE49-F238E27FC236}">
                <a16:creationId xmlns:a16="http://schemas.microsoft.com/office/drawing/2014/main" id="{DCD32321-5F12-4346-97A2-0FEB580A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666875"/>
            <a:ext cx="1000125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88" name="shape-1332">
            <a:extLst xmlns:a="http://schemas.openxmlformats.org/drawingml/2006/main">
              <a:ext uri="{FF2B5EF4-FFF2-40B4-BE49-F238E27FC236}">
                <a16:creationId xmlns:a16="http://schemas.microsoft.com/office/drawing/2014/main" id="{E45806BF-14A7-4257-930C-6BF9F766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809750"/>
            <a:ext cx="80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89" name="text-1333">
            <a:extLst xmlns:a="http://schemas.openxmlformats.org/drawingml/2006/main">
              <a:ext uri="{FF2B5EF4-FFF2-40B4-BE49-F238E27FC236}">
                <a16:creationId xmlns:a16="http://schemas.microsoft.com/office/drawing/2014/main" id="{858A1414-4B6A-47C5-A866-157CC66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003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siteData 副本</a:t>
            </a:r>
          </a:p>
        </p:txBody>
      </p:sp>
      <p:sp>
        <p:nvSpPr>
          <p:cNvPr id="90" name="shape-1334">
            <a:extLst xmlns:a="http://schemas.openxmlformats.org/drawingml/2006/main">
              <a:ext uri="{FF2B5EF4-FFF2-40B4-BE49-F238E27FC236}">
                <a16:creationId xmlns:a16="http://schemas.microsoft.com/office/drawing/2014/main" id="{EEC716AA-E3D6-40CC-9E38-F3E3B893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524000"/>
            <a:ext cx="1047750" cy="1047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91" name="shape-1335">
            <a:extLst xmlns:a="http://schemas.openxmlformats.org/drawingml/2006/main">
              <a:ext uri="{FF2B5EF4-FFF2-40B4-BE49-F238E27FC236}">
                <a16:creationId xmlns:a16="http://schemas.microsoft.com/office/drawing/2014/main" id="{32322CC6-A268-46AD-9EDF-8E8DF9D2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8464" y="1598839"/>
            <a:ext cx="898071" cy="8980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92" name="shape-1336">
            <a:extLst xmlns:a="http://schemas.openxmlformats.org/drawingml/2006/main">
              <a:ext uri="{FF2B5EF4-FFF2-40B4-BE49-F238E27FC236}">
                <a16:creationId xmlns:a16="http://schemas.microsoft.com/office/drawing/2014/main" id="{5D933FB3-EC4C-4CAB-95D9-31D9C98E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3304" y="1673679"/>
            <a:ext cx="748393" cy="74839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93" name="shape-1337">
            <a:extLst xmlns:a="http://schemas.openxmlformats.org/drawingml/2006/main">
              <a:ext uri="{FF2B5EF4-FFF2-40B4-BE49-F238E27FC236}">
                <a16:creationId xmlns:a16="http://schemas.microsoft.com/office/drawing/2014/main" id="{B57E5AE1-7566-463C-AFC8-CB34368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8143" y="1748518"/>
            <a:ext cx="598714" cy="5987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94" name="shape-1338">
            <a:extLst xmlns:a="http://schemas.openxmlformats.org/drawingml/2006/main">
              <a:ext uri="{FF2B5EF4-FFF2-40B4-BE49-F238E27FC236}">
                <a16:creationId xmlns:a16="http://schemas.microsoft.com/office/drawing/2014/main" id="{D115D485-D95E-4179-A516-7EBC131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2982" y="1823357"/>
            <a:ext cx="449036" cy="44903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95" name="shape-1339">
            <a:extLst xmlns:a="http://schemas.openxmlformats.org/drawingml/2006/main">
              <a:ext uri="{FF2B5EF4-FFF2-40B4-BE49-F238E27FC236}">
                <a16:creationId xmlns:a16="http://schemas.microsoft.com/office/drawing/2014/main" id="{A3058C1E-B6F6-4465-BB53-84F99B4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7821" y="1898196"/>
            <a:ext cx="299357" cy="2993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96" name="shape-1340">
            <a:extLst xmlns:a="http://schemas.openxmlformats.org/drawingml/2006/main">
              <a:ext uri="{FF2B5EF4-FFF2-40B4-BE49-F238E27FC236}">
                <a16:creationId xmlns:a16="http://schemas.microsoft.com/office/drawing/2014/main" id="{4556D418-C242-4674-87A2-0CFCA209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2661" y="1973036"/>
            <a:ext cx="149679" cy="14967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97" name="shape-1341">
            <a:extLst xmlns:a="http://schemas.openxmlformats.org/drawingml/2006/main">
              <a:ext uri="{FF2B5EF4-FFF2-40B4-BE49-F238E27FC236}">
                <a16:creationId xmlns:a16="http://schemas.microsoft.com/office/drawing/2014/main" id="{99AD982C-825B-4098-BFD4-A185FB4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2143125"/>
            <a:ext cx="333375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98" name="text-1342">
            <a:extLst xmlns:a="http://schemas.openxmlformats.org/drawingml/2006/main">
              <a:ext uri="{FF2B5EF4-FFF2-40B4-BE49-F238E27FC236}">
                <a16:creationId xmlns:a16="http://schemas.microsoft.com/office/drawing/2014/main" id="{F5E8A3D1-261A-4A47-9C12-F8F3E955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171700"/>
            <a:ext cx="276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✎</a:t>
            </a:r>
          </a:p>
        </p:txBody>
      </p:sp>
      <p:sp>
        <p:nvSpPr>
          <p:cNvPr id="99" name="text-1343">
            <a:extLst xmlns:a="http://schemas.openxmlformats.org/drawingml/2006/main">
              <a:ext uri="{FF2B5EF4-FFF2-40B4-BE49-F238E27FC236}">
                <a16:creationId xmlns:a16="http://schemas.microsoft.com/office/drawing/2014/main" id="{67F61616-5232-495A-A0E7-94B6238B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03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执行候选编辑</a:t>
            </a:r>
          </a:p>
        </p:txBody>
      </p:sp>
      <p:sp>
        <p:nvSpPr>
          <p:cNvPr id="100" name="shape-1344">
            <a:extLst xmlns:a="http://schemas.openxmlformats.org/drawingml/2006/main">
              <a:ext uri="{FF2B5EF4-FFF2-40B4-BE49-F238E27FC236}">
                <a16:creationId xmlns:a16="http://schemas.microsoft.com/office/drawing/2014/main" id="{39A1BC25-43E6-4ECB-A8BF-0AF8DAD0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1714500"/>
            <a:ext cx="1047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01" name="line-1345">
            <a:extLst xmlns:a="http://schemas.openxmlformats.org/drawingml/2006/main">
              <a:ext uri="{FF2B5EF4-FFF2-40B4-BE49-F238E27FC236}">
                <a16:creationId xmlns:a16="http://schemas.microsoft.com/office/drawing/2014/main" id="{2012F1E2-1F8F-4959-9B92-B0BF6B9F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2500" y="2238375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2" name="line-1346">
            <a:extLst xmlns:a="http://schemas.openxmlformats.org/drawingml/2006/main">
              <a:ext uri="{FF2B5EF4-FFF2-40B4-BE49-F238E27FC236}">
                <a16:creationId xmlns:a16="http://schemas.microsoft.com/office/drawing/2014/main" id="{325B30C4-8509-4F8F-B725-820BEE94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2500" y="1905000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3" name="line-1347">
            <a:extLst xmlns:a="http://schemas.openxmlformats.org/drawingml/2006/main">
              <a:ext uri="{FF2B5EF4-FFF2-40B4-BE49-F238E27FC236}">
                <a16:creationId xmlns:a16="http://schemas.microsoft.com/office/drawing/2014/main" id="{057839A8-6E09-47A6-BA4D-F5895CEB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62500" y="2071688"/>
            <a:ext cx="1270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04" name="line-1348">
            <a:extLst xmlns:a="http://schemas.openxmlformats.org/drawingml/2006/main">
              <a:ext uri="{FF2B5EF4-FFF2-40B4-BE49-F238E27FC236}">
                <a16:creationId xmlns:a16="http://schemas.microsoft.com/office/drawing/2014/main" id="{23EDB816-A3FC-42A0-9C86-C826FFD9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89500" y="2071688"/>
            <a:ext cx="127000" cy="33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05" name="line-1349">
            <a:extLst xmlns:a="http://schemas.openxmlformats.org/drawingml/2006/main">
              <a:ext uri="{FF2B5EF4-FFF2-40B4-BE49-F238E27FC236}">
                <a16:creationId xmlns:a16="http://schemas.microsoft.com/office/drawing/2014/main" id="{6BBAAF05-7FC0-43C5-8733-F3C570F8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016500" y="1976438"/>
            <a:ext cx="127000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06" name="line-1350">
            <a:extLst xmlns:a="http://schemas.openxmlformats.org/drawingml/2006/main">
              <a:ext uri="{FF2B5EF4-FFF2-40B4-BE49-F238E27FC236}">
                <a16:creationId xmlns:a16="http://schemas.microsoft.com/office/drawing/2014/main" id="{FF76C72E-3C81-480F-83EA-4887058B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1976438"/>
            <a:ext cx="1270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07" name="line-1351">
            <a:extLst xmlns:a="http://schemas.openxmlformats.org/drawingml/2006/main">
              <a:ext uri="{FF2B5EF4-FFF2-40B4-BE49-F238E27FC236}">
                <a16:creationId xmlns:a16="http://schemas.microsoft.com/office/drawing/2014/main" id="{F2722B83-744C-4D7E-B93C-E0517EDB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70500" y="1943100"/>
            <a:ext cx="1270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08" name="line-1352">
            <a:extLst xmlns:a="http://schemas.openxmlformats.org/drawingml/2006/main">
              <a:ext uri="{FF2B5EF4-FFF2-40B4-BE49-F238E27FC236}">
                <a16:creationId xmlns:a16="http://schemas.microsoft.com/office/drawing/2014/main" id="{1E8C14C1-7A29-4E10-863E-06A86ED5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97500" y="1943100"/>
            <a:ext cx="12700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3E67"/>
            </a:solidFill>
            <a:prstDash val="solid"/>
          </a:ln>
        </p:spPr>
      </p:sp>
      <p:sp>
        <p:nvSpPr>
          <p:cNvPr id="109" name="shape-1353">
            <a:extLst xmlns:a="http://schemas.openxmlformats.org/drawingml/2006/main">
              <a:ext uri="{FF2B5EF4-FFF2-40B4-BE49-F238E27FC236}">
                <a16:creationId xmlns:a16="http://schemas.microsoft.com/office/drawing/2014/main" id="{BC59DD96-ED0D-4F71-B914-FD737C64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1545" y="21221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10" name="shape-1354">
            <a:extLst xmlns:a="http://schemas.openxmlformats.org/drawingml/2006/main">
              <a:ext uri="{FF2B5EF4-FFF2-40B4-BE49-F238E27FC236}">
                <a16:creationId xmlns:a16="http://schemas.microsoft.com/office/drawing/2014/main" id="{8711D640-37C0-4BD9-B5E1-6C546067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545" y="205073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11" name="shape-1355">
            <a:extLst xmlns:a="http://schemas.openxmlformats.org/drawingml/2006/main">
              <a:ext uri="{FF2B5EF4-FFF2-40B4-BE49-F238E27FC236}">
                <a16:creationId xmlns:a16="http://schemas.microsoft.com/office/drawing/2014/main" id="{3CCFD6A2-3AA2-45E0-8747-5583D03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5545" y="2084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12" name="shape-1356">
            <a:extLst xmlns:a="http://schemas.openxmlformats.org/drawingml/2006/main">
              <a:ext uri="{FF2B5EF4-FFF2-40B4-BE49-F238E27FC236}">
                <a16:creationId xmlns:a16="http://schemas.microsoft.com/office/drawing/2014/main" id="{8B099D10-AB98-4BCC-95ED-886ECB05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2545" y="195548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13" name="shape-1357">
            <a:extLst xmlns:a="http://schemas.openxmlformats.org/drawingml/2006/main">
              <a:ext uri="{FF2B5EF4-FFF2-40B4-BE49-F238E27FC236}">
                <a16:creationId xmlns:a16="http://schemas.microsoft.com/office/drawing/2014/main" id="{047755A6-97E7-4789-91B7-3044B7EF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9545" y="20269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14" name="shape-1358">
            <a:extLst xmlns:a="http://schemas.openxmlformats.org/drawingml/2006/main">
              <a:ext uri="{FF2B5EF4-FFF2-40B4-BE49-F238E27FC236}">
                <a16:creationId xmlns:a16="http://schemas.microsoft.com/office/drawing/2014/main" id="{0B06BF32-575B-4AE9-A62F-FB67EC1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6545" y="1922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15" name="shape-1359">
            <a:extLst xmlns:a="http://schemas.openxmlformats.org/drawingml/2006/main">
              <a:ext uri="{FF2B5EF4-FFF2-40B4-BE49-F238E27FC236}">
                <a16:creationId xmlns:a16="http://schemas.microsoft.com/office/drawing/2014/main" id="{C21AF36E-2A18-4BD5-A98F-E42D1C48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3545" y="19888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16" name="text-1360">
            <a:extLst xmlns:a="http://schemas.openxmlformats.org/drawingml/2006/main">
              <a:ext uri="{FF2B5EF4-FFF2-40B4-BE49-F238E27FC236}">
                <a16:creationId xmlns:a16="http://schemas.microsoft.com/office/drawing/2014/main" id="{2B348F6D-449C-4A3B-986D-A099981B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003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diagnoseSeriesCore</a:t>
            </a:r>
          </a:p>
        </p:txBody>
      </p:sp>
      <p:sp>
        <p:nvSpPr>
          <p:cNvPr id="117" name="line-1361">
            <a:extLst xmlns:a="http://schemas.openxmlformats.org/drawingml/2006/main">
              <a:ext uri="{FF2B5EF4-FFF2-40B4-BE49-F238E27FC236}">
                <a16:creationId xmlns:a16="http://schemas.microsoft.com/office/drawing/2014/main" id="{A6148B9E-81AD-4C89-AF6A-5882D525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2381250"/>
            <a:ext cx="1000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8" name="line-1362">
            <a:extLst xmlns:a="http://schemas.openxmlformats.org/drawingml/2006/main">
              <a:ext uri="{FF2B5EF4-FFF2-40B4-BE49-F238E27FC236}">
                <a16:creationId xmlns:a16="http://schemas.microsoft.com/office/drawing/2014/main" id="{82C2A270-A60A-489B-9D08-5A50713B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1714500"/>
            <a:ext cx="953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9" name="line-1363">
            <a:extLst xmlns:a="http://schemas.openxmlformats.org/drawingml/2006/main">
              <a:ext uri="{FF2B5EF4-FFF2-40B4-BE49-F238E27FC236}">
                <a16:creationId xmlns:a16="http://schemas.microsoft.com/office/drawing/2014/main" id="{6301329D-52F2-4851-BF4E-C397CA7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91250" y="2047875"/>
            <a:ext cx="166688" cy="166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5C5B"/>
            </a:solidFill>
            <a:prstDash val="solid"/>
          </a:ln>
        </p:spPr>
      </p:sp>
      <p:sp>
        <p:nvSpPr>
          <p:cNvPr id="120" name="line-1364">
            <a:extLst xmlns:a="http://schemas.openxmlformats.org/drawingml/2006/main">
              <a:ext uri="{FF2B5EF4-FFF2-40B4-BE49-F238E27FC236}">
                <a16:creationId xmlns:a16="http://schemas.microsoft.com/office/drawing/2014/main" id="{F4DD2591-2CE7-4B7B-9DD8-41AEC9B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57938" y="1881188"/>
            <a:ext cx="166688" cy="166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5C5B"/>
            </a:solidFill>
            <a:prstDash val="solid"/>
          </a:ln>
        </p:spPr>
      </p:sp>
      <p:sp>
        <p:nvSpPr>
          <p:cNvPr id="121" name="line-1365">
            <a:extLst xmlns:a="http://schemas.openxmlformats.org/drawingml/2006/main">
              <a:ext uri="{FF2B5EF4-FFF2-40B4-BE49-F238E27FC236}">
                <a16:creationId xmlns:a16="http://schemas.microsoft.com/office/drawing/2014/main" id="{7757F1D2-391C-4BF9-9B4B-328F9D0A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524625" y="1770062"/>
            <a:ext cx="166688" cy="11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5C5B"/>
            </a:solidFill>
            <a:prstDash val="solid"/>
          </a:ln>
        </p:spPr>
      </p:sp>
      <p:sp>
        <p:nvSpPr>
          <p:cNvPr id="122" name="line-1366">
            <a:extLst xmlns:a="http://schemas.openxmlformats.org/drawingml/2006/main">
              <a:ext uri="{FF2B5EF4-FFF2-40B4-BE49-F238E27FC236}">
                <a16:creationId xmlns:a16="http://schemas.microsoft.com/office/drawing/2014/main" id="{8C999641-1FB3-4DDC-8D2E-4D4EA2A9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1313" y="1770062"/>
            <a:ext cx="166688" cy="77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5C5B"/>
            </a:solidFill>
            <a:prstDash val="solid"/>
          </a:ln>
        </p:spPr>
      </p:sp>
      <p:sp>
        <p:nvSpPr>
          <p:cNvPr id="123" name="line-1367">
            <a:extLst xmlns:a="http://schemas.openxmlformats.org/drawingml/2006/main">
              <a:ext uri="{FF2B5EF4-FFF2-40B4-BE49-F238E27FC236}">
                <a16:creationId xmlns:a16="http://schemas.microsoft.com/office/drawing/2014/main" id="{16AF6EEF-A009-4DF1-9391-586F5374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1847850"/>
            <a:ext cx="166688" cy="11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5C5B"/>
            </a:solidFill>
            <a:prstDash val="solid"/>
          </a:ln>
        </p:spPr>
      </p:sp>
      <p:sp>
        <p:nvSpPr>
          <p:cNvPr id="124" name="line-1368">
            <a:extLst xmlns:a="http://schemas.openxmlformats.org/drawingml/2006/main">
              <a:ext uri="{FF2B5EF4-FFF2-40B4-BE49-F238E27FC236}">
                <a16:creationId xmlns:a16="http://schemas.microsoft.com/office/drawing/2014/main" id="{4683DF1C-CE7E-465A-A29A-AEB81084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4688" y="1958975"/>
            <a:ext cx="166688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5C5B"/>
            </a:solidFill>
            <a:prstDash val="solid"/>
          </a:ln>
        </p:spPr>
      </p:sp>
      <p:sp>
        <p:nvSpPr>
          <p:cNvPr id="125" name="shape-1369">
            <a:extLst xmlns:a="http://schemas.openxmlformats.org/drawingml/2006/main">
              <a:ext uri="{FF2B5EF4-FFF2-40B4-BE49-F238E27FC236}">
                <a16:creationId xmlns:a16="http://schemas.microsoft.com/office/drawing/2014/main" id="{5474E1AA-18D7-41AA-A558-3B780171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0295" y="21936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6" name="shape-1370">
            <a:extLst xmlns:a="http://schemas.openxmlformats.org/drawingml/2006/main">
              <a:ext uri="{FF2B5EF4-FFF2-40B4-BE49-F238E27FC236}">
                <a16:creationId xmlns:a16="http://schemas.microsoft.com/office/drawing/2014/main" id="{6A5A7477-3560-46F0-A6EC-2F171A6F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6983" y="20269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7" name="shape-1371">
            <a:extLst xmlns:a="http://schemas.openxmlformats.org/drawingml/2006/main">
              <a:ext uri="{FF2B5EF4-FFF2-40B4-BE49-F238E27FC236}">
                <a16:creationId xmlns:a16="http://schemas.microsoft.com/office/drawing/2014/main" id="{925F337D-BA7A-40A5-B19C-C5E5012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3670" y="186023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8" name="shape-1372">
            <a:extLst xmlns:a="http://schemas.openxmlformats.org/drawingml/2006/main">
              <a:ext uri="{FF2B5EF4-FFF2-40B4-BE49-F238E27FC236}">
                <a16:creationId xmlns:a16="http://schemas.microsoft.com/office/drawing/2014/main" id="{B8D0DC18-8A0B-4FD1-BFDB-1122EE74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358" y="17491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9" name="shape-1373">
            <a:extLst xmlns:a="http://schemas.openxmlformats.org/drawingml/2006/main">
              <a:ext uri="{FF2B5EF4-FFF2-40B4-BE49-F238E27FC236}">
                <a16:creationId xmlns:a16="http://schemas.microsoft.com/office/drawing/2014/main" id="{85ABC7FF-019C-40FC-8C29-E07A0395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7045" y="18268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30" name="shape-1374">
            <a:extLst xmlns:a="http://schemas.openxmlformats.org/drawingml/2006/main">
              <a:ext uri="{FF2B5EF4-FFF2-40B4-BE49-F238E27FC236}">
                <a16:creationId xmlns:a16="http://schemas.microsoft.com/office/drawing/2014/main" id="{ABAD72AE-F859-45A9-BC57-1FD048DD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3733" y="19380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31" name="shape-1375">
            <a:extLst xmlns:a="http://schemas.openxmlformats.org/drawingml/2006/main">
              <a:ext uri="{FF2B5EF4-FFF2-40B4-BE49-F238E27FC236}">
                <a16:creationId xmlns:a16="http://schemas.microsoft.com/office/drawing/2014/main" id="{D77C0701-BFAD-4E09-AAE5-F0021A55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0420" y="21380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32" name="line-1376">
            <a:extLst xmlns:a="http://schemas.openxmlformats.org/drawingml/2006/main">
              <a:ext uri="{FF2B5EF4-FFF2-40B4-BE49-F238E27FC236}">
                <a16:creationId xmlns:a16="http://schemas.microsoft.com/office/drawing/2014/main" id="{1EC21820-2543-4277-A6D1-F1EEF4E4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2381250"/>
            <a:ext cx="1000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3" name="line-1377">
            <a:extLst xmlns:a="http://schemas.openxmlformats.org/drawingml/2006/main">
              <a:ext uri="{FF2B5EF4-FFF2-40B4-BE49-F238E27FC236}">
                <a16:creationId xmlns:a16="http://schemas.microsoft.com/office/drawing/2014/main" id="{5092F08F-879A-4AEE-BE87-114BFF5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1714500"/>
            <a:ext cx="953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4" name="line-1378">
            <a:extLst xmlns:a="http://schemas.openxmlformats.org/drawingml/2006/main">
              <a:ext uri="{FF2B5EF4-FFF2-40B4-BE49-F238E27FC236}">
                <a16:creationId xmlns:a16="http://schemas.microsoft.com/office/drawing/2014/main" id="{BBC8F996-6243-4838-A1FB-AC89F240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34250" y="2143125"/>
            <a:ext cx="166688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96F06"/>
            </a:solidFill>
            <a:prstDash val="solid"/>
          </a:ln>
        </p:spPr>
      </p:sp>
      <p:sp>
        <p:nvSpPr>
          <p:cNvPr id="135" name="line-1379">
            <a:extLst xmlns:a="http://schemas.openxmlformats.org/drawingml/2006/main">
              <a:ext uri="{FF2B5EF4-FFF2-40B4-BE49-F238E27FC236}">
                <a16:creationId xmlns:a16="http://schemas.microsoft.com/office/drawing/2014/main" id="{316E6186-3EF7-4EAB-8442-C9D878FF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00938" y="1905000"/>
            <a:ext cx="166688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96F06"/>
            </a:solidFill>
            <a:prstDash val="solid"/>
          </a:ln>
        </p:spPr>
      </p:sp>
      <p:sp>
        <p:nvSpPr>
          <p:cNvPr id="136" name="line-1380">
            <a:extLst xmlns:a="http://schemas.openxmlformats.org/drawingml/2006/main">
              <a:ext uri="{FF2B5EF4-FFF2-40B4-BE49-F238E27FC236}">
                <a16:creationId xmlns:a16="http://schemas.microsoft.com/office/drawing/2014/main" id="{44AAD408-8ACC-4052-B64F-0300902E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67625" y="1790700"/>
            <a:ext cx="166688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96F06"/>
            </a:solidFill>
            <a:prstDash val="solid"/>
          </a:ln>
        </p:spPr>
      </p:sp>
      <p:sp>
        <p:nvSpPr>
          <p:cNvPr id="137" name="line-1381">
            <a:extLst xmlns:a="http://schemas.openxmlformats.org/drawingml/2006/main">
              <a:ext uri="{FF2B5EF4-FFF2-40B4-BE49-F238E27FC236}">
                <a16:creationId xmlns:a16="http://schemas.microsoft.com/office/drawing/2014/main" id="{050EE1B8-BB39-4FA7-ADF2-8B01063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34313" y="1790700"/>
            <a:ext cx="166688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96F06"/>
            </a:solidFill>
            <a:prstDash val="solid"/>
          </a:ln>
        </p:spPr>
      </p:sp>
      <p:sp>
        <p:nvSpPr>
          <p:cNvPr id="138" name="line-1382">
            <a:extLst xmlns:a="http://schemas.openxmlformats.org/drawingml/2006/main">
              <a:ext uri="{FF2B5EF4-FFF2-40B4-BE49-F238E27FC236}">
                <a16:creationId xmlns:a16="http://schemas.microsoft.com/office/drawing/2014/main" id="{9E16E29C-7448-469C-8D3A-715C7C69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1857375"/>
            <a:ext cx="166688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96F06"/>
            </a:solidFill>
            <a:prstDash val="solid"/>
          </a:ln>
        </p:spPr>
      </p:sp>
      <p:sp>
        <p:nvSpPr>
          <p:cNvPr id="139" name="line-1383">
            <a:extLst xmlns:a="http://schemas.openxmlformats.org/drawingml/2006/main">
              <a:ext uri="{FF2B5EF4-FFF2-40B4-BE49-F238E27FC236}">
                <a16:creationId xmlns:a16="http://schemas.microsoft.com/office/drawing/2014/main" id="{27502032-F82D-47B1-8D31-069B232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67688" y="2047875"/>
            <a:ext cx="166688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96F06"/>
            </a:solidFill>
            <a:prstDash val="solid"/>
          </a:ln>
        </p:spPr>
      </p:sp>
      <p:sp>
        <p:nvSpPr>
          <p:cNvPr id="140" name="shape-1384">
            <a:extLst xmlns:a="http://schemas.openxmlformats.org/drawingml/2006/main">
              <a:ext uri="{FF2B5EF4-FFF2-40B4-BE49-F238E27FC236}">
                <a16:creationId xmlns:a16="http://schemas.microsoft.com/office/drawing/2014/main" id="{2A3CA44D-127C-49C4-BB0F-C4F43A19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3295" y="22459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1" name="shape-1385">
            <a:extLst xmlns:a="http://schemas.openxmlformats.org/drawingml/2006/main">
              <a:ext uri="{FF2B5EF4-FFF2-40B4-BE49-F238E27FC236}">
                <a16:creationId xmlns:a16="http://schemas.microsoft.com/office/drawing/2014/main" id="{8136C6A2-D8B5-442D-8163-BA28C93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9983" y="21221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2" name="shape-1386">
            <a:extLst xmlns:a="http://schemas.openxmlformats.org/drawingml/2006/main">
              <a:ext uri="{FF2B5EF4-FFF2-40B4-BE49-F238E27FC236}">
                <a16:creationId xmlns:a16="http://schemas.microsoft.com/office/drawing/2014/main" id="{5BC47E55-8FCC-4EA5-B7B1-17E9D473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6670" y="18840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3" name="shape-1387">
            <a:extLst xmlns:a="http://schemas.openxmlformats.org/drawingml/2006/main">
              <a:ext uri="{FF2B5EF4-FFF2-40B4-BE49-F238E27FC236}">
                <a16:creationId xmlns:a16="http://schemas.microsoft.com/office/drawing/2014/main" id="{258C4194-C4BF-49AC-BFE9-FC99013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3358" y="17697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4" name="shape-1388">
            <a:extLst xmlns:a="http://schemas.openxmlformats.org/drawingml/2006/main">
              <a:ext uri="{FF2B5EF4-FFF2-40B4-BE49-F238E27FC236}">
                <a16:creationId xmlns:a16="http://schemas.microsoft.com/office/drawing/2014/main" id="{C2B1FAAB-8488-48DE-8994-537A5923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0045" y="18364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5" name="shape-1389">
            <a:extLst xmlns:a="http://schemas.openxmlformats.org/drawingml/2006/main">
              <a:ext uri="{FF2B5EF4-FFF2-40B4-BE49-F238E27FC236}">
                <a16:creationId xmlns:a16="http://schemas.microsoft.com/office/drawing/2014/main" id="{14BFB38C-932B-454E-ACCA-B86ABD0E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733" y="20269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6" name="shape-1390">
            <a:extLst xmlns:a="http://schemas.openxmlformats.org/drawingml/2006/main">
              <a:ext uri="{FF2B5EF4-FFF2-40B4-BE49-F238E27FC236}">
                <a16:creationId xmlns:a16="http://schemas.microsoft.com/office/drawing/2014/main" id="{B0B7B440-A1F0-451D-8976-9E13572E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3420" y="21888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7" name="text-1391">
            <a:extLst xmlns:a="http://schemas.openxmlformats.org/drawingml/2006/main">
              <a:ext uri="{FF2B5EF4-FFF2-40B4-BE49-F238E27FC236}">
                <a16:creationId xmlns:a16="http://schemas.microsoft.com/office/drawing/2014/main" id="{E6C26829-5F32-4122-AEDB-3B1543BE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Before</a:t>
            </a:r>
          </a:p>
        </p:txBody>
      </p:sp>
      <p:sp>
        <p:nvSpPr>
          <p:cNvPr id="148" name="text-1392">
            <a:extLst xmlns:a="http://schemas.openxmlformats.org/drawingml/2006/main">
              <a:ext uri="{FF2B5EF4-FFF2-40B4-BE49-F238E27FC236}">
                <a16:creationId xmlns:a16="http://schemas.microsoft.com/office/drawing/2014/main" id="{7753B889-9A27-466A-87A2-10984F52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24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After</a:t>
            </a:r>
          </a:p>
        </p:txBody>
      </p:sp>
      <p:sp>
        <p:nvSpPr>
          <p:cNvPr id="149" name="text-1393">
            <a:extLst xmlns:a="http://schemas.openxmlformats.org/drawingml/2006/main">
              <a:ext uri="{FF2B5EF4-FFF2-40B4-BE49-F238E27FC236}">
                <a16:creationId xmlns:a16="http://schemas.microsoft.com/office/drawing/2014/main" id="{3E12ED52-E63B-45DE-9D9C-49058D39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048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典型候选编辑的 before / after 展示（lag 路径与相关剖面）</a:t>
            </a:r>
          </a:p>
        </p:txBody>
      </p:sp>
      <p:sp>
        <p:nvSpPr>
          <p:cNvPr id="150" name="shape-1394">
            <a:extLst xmlns:a="http://schemas.openxmlformats.org/drawingml/2006/main">
              <a:ext uri="{FF2B5EF4-FFF2-40B4-BE49-F238E27FC236}">
                <a16:creationId xmlns:a16="http://schemas.microsoft.com/office/drawing/2014/main" id="{070D6285-12A9-4A1A-8BF0-24CAEFC1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3333750"/>
            <a:ext cx="228600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151" name="text-1395">
            <a:extLst xmlns:a="http://schemas.openxmlformats.org/drawingml/2006/main">
              <a:ext uri="{FF2B5EF4-FFF2-40B4-BE49-F238E27FC236}">
                <a16:creationId xmlns:a16="http://schemas.microsoft.com/office/drawing/2014/main" id="{DD821AD2-207D-4694-802F-E2540BDC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575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候选 A（通过硬门）</a:t>
            </a:r>
          </a:p>
        </p:txBody>
      </p:sp>
      <p:sp>
        <p:nvSpPr>
          <p:cNvPr id="152" name="line-1396">
            <a:extLst xmlns:a="http://schemas.openxmlformats.org/drawingml/2006/main">
              <a:ext uri="{FF2B5EF4-FFF2-40B4-BE49-F238E27FC236}">
                <a16:creationId xmlns:a16="http://schemas.microsoft.com/office/drawing/2014/main" id="{FA4D89DB-B2DE-4105-A136-E95E366C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4381500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53" name="line-1397">
            <a:extLst xmlns:a="http://schemas.openxmlformats.org/drawingml/2006/main">
              <a:ext uri="{FF2B5EF4-FFF2-40B4-BE49-F238E27FC236}">
                <a16:creationId xmlns:a16="http://schemas.microsoft.com/office/drawing/2014/main" id="{D6BDB63D-F64B-4FDD-A8C0-C5AA3E6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38576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54" name="line-1398">
            <a:extLst xmlns:a="http://schemas.openxmlformats.org/drawingml/2006/main">
              <a:ext uri="{FF2B5EF4-FFF2-40B4-BE49-F238E27FC236}">
                <a16:creationId xmlns:a16="http://schemas.microsoft.com/office/drawing/2014/main" id="{1F22F6B5-BE1C-431D-B82E-24D1CB20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7200" y="4119563"/>
            <a:ext cx="175260" cy="112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155" name="line-1399">
            <a:extLst xmlns:a="http://schemas.openxmlformats.org/drawingml/2006/main">
              <a:ext uri="{FF2B5EF4-FFF2-40B4-BE49-F238E27FC236}">
                <a16:creationId xmlns:a16="http://schemas.microsoft.com/office/drawing/2014/main" id="{D17D8079-F853-4D10-B5E0-616C4DC5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2460" y="4022271"/>
            <a:ext cx="175260" cy="97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156" name="line-1400">
            <a:extLst xmlns:a="http://schemas.openxmlformats.org/drawingml/2006/main">
              <a:ext uri="{FF2B5EF4-FFF2-40B4-BE49-F238E27FC236}">
                <a16:creationId xmlns:a16="http://schemas.microsoft.com/office/drawing/2014/main" id="{809AE82F-4D73-4463-875C-1324EBF8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7720" y="3932464"/>
            <a:ext cx="175260" cy="89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157" name="line-1401">
            <a:extLst xmlns:a="http://schemas.openxmlformats.org/drawingml/2006/main">
              <a:ext uri="{FF2B5EF4-FFF2-40B4-BE49-F238E27FC236}">
                <a16:creationId xmlns:a16="http://schemas.microsoft.com/office/drawing/2014/main" id="{9D46A087-EE94-4CA8-98D2-F9D963AF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" y="3932464"/>
            <a:ext cx="175260" cy="1347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158" name="line-1402">
            <a:extLst xmlns:a="http://schemas.openxmlformats.org/drawingml/2006/main">
              <a:ext uri="{FF2B5EF4-FFF2-40B4-BE49-F238E27FC236}">
                <a16:creationId xmlns:a16="http://schemas.microsoft.com/office/drawing/2014/main" id="{CDC84B14-46EC-44FA-9930-89AD7333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8240" y="4067175"/>
            <a:ext cx="175260" cy="127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159" name="shape-1403">
            <a:extLst xmlns:a="http://schemas.openxmlformats.org/drawingml/2006/main">
              <a:ext uri="{FF2B5EF4-FFF2-40B4-BE49-F238E27FC236}">
                <a16:creationId xmlns:a16="http://schemas.microsoft.com/office/drawing/2014/main" id="{8B7B853E-A776-46BD-AC26-71893BE0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" y="421086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0" name="shape-1404">
            <a:extLst xmlns:a="http://schemas.openxmlformats.org/drawingml/2006/main">
              <a:ext uri="{FF2B5EF4-FFF2-40B4-BE49-F238E27FC236}">
                <a16:creationId xmlns:a16="http://schemas.microsoft.com/office/drawing/2014/main" id="{4109EC23-EE8E-4015-9DE3-C59980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" y="40986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1" name="shape-1405">
            <a:extLst xmlns:a="http://schemas.openxmlformats.org/drawingml/2006/main">
              <a:ext uri="{FF2B5EF4-FFF2-40B4-BE49-F238E27FC236}">
                <a16:creationId xmlns:a16="http://schemas.microsoft.com/office/drawing/2014/main" id="{9D241D83-6D35-4545-ACAA-1D79EBCE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" y="400131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2" name="shape-1406">
            <a:extLst xmlns:a="http://schemas.openxmlformats.org/drawingml/2006/main">
              <a:ext uri="{FF2B5EF4-FFF2-40B4-BE49-F238E27FC236}">
                <a16:creationId xmlns:a16="http://schemas.microsoft.com/office/drawing/2014/main" id="{A430AE8A-0BDC-4B4E-B4E0-BCC3F38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91150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3" name="shape-1407">
            <a:extLst xmlns:a="http://schemas.openxmlformats.org/drawingml/2006/main">
              <a:ext uri="{FF2B5EF4-FFF2-40B4-BE49-F238E27FC236}">
                <a16:creationId xmlns:a16="http://schemas.microsoft.com/office/drawing/2014/main" id="{6C11B6B9-3C46-41DA-BACF-543A4F01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" y="40462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4" name="shape-1408">
            <a:extLst xmlns:a="http://schemas.openxmlformats.org/drawingml/2006/main">
              <a:ext uri="{FF2B5EF4-FFF2-40B4-BE49-F238E27FC236}">
                <a16:creationId xmlns:a16="http://schemas.microsoft.com/office/drawing/2014/main" id="{E4CA33D6-7A11-486E-A413-61D0803D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545" y="4173447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5" name="line-1409">
            <a:extLst xmlns:a="http://schemas.openxmlformats.org/drawingml/2006/main">
              <a:ext uri="{FF2B5EF4-FFF2-40B4-BE49-F238E27FC236}">
                <a16:creationId xmlns:a16="http://schemas.microsoft.com/office/drawing/2014/main" id="{F9484799-9EA1-49EA-9460-7A3875D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4381500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66" name="line-1410">
            <a:extLst xmlns:a="http://schemas.openxmlformats.org/drawingml/2006/main">
              <a:ext uri="{FF2B5EF4-FFF2-40B4-BE49-F238E27FC236}">
                <a16:creationId xmlns:a16="http://schemas.microsoft.com/office/drawing/2014/main" id="{00D7A8EB-0FD3-4510-884C-C48EF52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38576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67" name="line-1411">
            <a:extLst xmlns:a="http://schemas.openxmlformats.org/drawingml/2006/main">
              <a:ext uri="{FF2B5EF4-FFF2-40B4-BE49-F238E27FC236}">
                <a16:creationId xmlns:a16="http://schemas.microsoft.com/office/drawing/2014/main" id="{78A2DB0B-19C3-4AAC-9FDF-37E8408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24000" y="4142014"/>
            <a:ext cx="175260" cy="127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68" name="line-1412">
            <a:extLst xmlns:a="http://schemas.openxmlformats.org/drawingml/2006/main">
              <a:ext uri="{FF2B5EF4-FFF2-40B4-BE49-F238E27FC236}">
                <a16:creationId xmlns:a16="http://schemas.microsoft.com/office/drawing/2014/main" id="{CE78877A-99F2-40F1-A908-9D57FD6E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99260" y="3969884"/>
            <a:ext cx="175260" cy="172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69" name="line-1413">
            <a:extLst xmlns:a="http://schemas.openxmlformats.org/drawingml/2006/main">
              <a:ext uri="{FF2B5EF4-FFF2-40B4-BE49-F238E27FC236}">
                <a16:creationId xmlns:a16="http://schemas.microsoft.com/office/drawing/2014/main" id="{FBD18D43-B29E-4BD0-86B5-B4F3E78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74520" y="3872593"/>
            <a:ext cx="175260" cy="97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70" name="line-1414">
            <a:extLst xmlns:a="http://schemas.openxmlformats.org/drawingml/2006/main">
              <a:ext uri="{FF2B5EF4-FFF2-40B4-BE49-F238E27FC236}">
                <a16:creationId xmlns:a16="http://schemas.microsoft.com/office/drawing/2014/main" id="{A9593D6F-3802-414F-B84E-E901B5F5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9780" y="3872593"/>
            <a:ext cx="175260" cy="1347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71" name="line-1415">
            <a:extLst xmlns:a="http://schemas.openxmlformats.org/drawingml/2006/main">
              <a:ext uri="{FF2B5EF4-FFF2-40B4-BE49-F238E27FC236}">
                <a16:creationId xmlns:a16="http://schemas.microsoft.com/office/drawing/2014/main" id="{66A0A1C3-D5DF-447B-87D7-030FA906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25040" y="4007304"/>
            <a:ext cx="175260" cy="149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72" name="shape-1416">
            <a:extLst xmlns:a="http://schemas.openxmlformats.org/drawingml/2006/main">
              <a:ext uri="{FF2B5EF4-FFF2-40B4-BE49-F238E27FC236}">
                <a16:creationId xmlns:a16="http://schemas.microsoft.com/office/drawing/2014/main" id="{A420CA95-C4EF-4EDC-82AB-EDAFD678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045" y="424828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73" name="shape-1417">
            <a:extLst xmlns:a="http://schemas.openxmlformats.org/drawingml/2006/main">
              <a:ext uri="{FF2B5EF4-FFF2-40B4-BE49-F238E27FC236}">
                <a16:creationId xmlns:a16="http://schemas.microsoft.com/office/drawing/2014/main" id="{51CB2FAD-F53E-48A5-8DF5-F44B604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8305" y="412105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74" name="shape-1418">
            <a:extLst xmlns:a="http://schemas.openxmlformats.org/drawingml/2006/main">
              <a:ext uri="{FF2B5EF4-FFF2-40B4-BE49-F238E27FC236}">
                <a16:creationId xmlns:a16="http://schemas.microsoft.com/office/drawing/2014/main" id="{79E474F9-D7E4-4B20-8235-5B15CBBF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565" y="394892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75" name="shape-1419">
            <a:extLst xmlns:a="http://schemas.openxmlformats.org/drawingml/2006/main">
              <a:ext uri="{FF2B5EF4-FFF2-40B4-BE49-F238E27FC236}">
                <a16:creationId xmlns:a16="http://schemas.microsoft.com/office/drawing/2014/main" id="{8B539651-1A59-40AF-9337-0AC20F4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85163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76" name="shape-1420">
            <a:extLst xmlns:a="http://schemas.openxmlformats.org/drawingml/2006/main">
              <a:ext uri="{FF2B5EF4-FFF2-40B4-BE49-F238E27FC236}">
                <a16:creationId xmlns:a16="http://schemas.microsoft.com/office/drawing/2014/main" id="{D604DC1B-C84A-4A2D-9B31-1F66CA36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4085" y="398634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77" name="shape-1421">
            <a:extLst xmlns:a="http://schemas.openxmlformats.org/drawingml/2006/main">
              <a:ext uri="{FF2B5EF4-FFF2-40B4-BE49-F238E27FC236}">
                <a16:creationId xmlns:a16="http://schemas.microsoft.com/office/drawing/2014/main" id="{1B7830F4-0EF2-460D-B0C3-6F4E6CE2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9345" y="4136027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78" name="text-1422">
            <a:extLst xmlns:a="http://schemas.openxmlformats.org/drawingml/2006/main">
              <a:ext uri="{FF2B5EF4-FFF2-40B4-BE49-F238E27FC236}">
                <a16:creationId xmlns:a16="http://schemas.microsoft.com/office/drawing/2014/main" id="{07835207-0245-44FB-8367-C248A58A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Before</a:t>
            </a:r>
          </a:p>
        </p:txBody>
      </p:sp>
      <p:sp>
        <p:nvSpPr>
          <p:cNvPr id="179" name="text-1423">
            <a:extLst xmlns:a="http://schemas.openxmlformats.org/drawingml/2006/main">
              <a:ext uri="{FF2B5EF4-FFF2-40B4-BE49-F238E27FC236}">
                <a16:creationId xmlns:a16="http://schemas.microsoft.com/office/drawing/2014/main" id="{8AF74554-8A78-4E1F-8477-48C5AC7D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67125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After</a:t>
            </a:r>
          </a:p>
        </p:txBody>
      </p:sp>
      <p:sp>
        <p:nvSpPr>
          <p:cNvPr id="180" name="line-1424">
            <a:extLst xmlns:a="http://schemas.openxmlformats.org/drawingml/2006/main">
              <a:ext uri="{FF2B5EF4-FFF2-40B4-BE49-F238E27FC236}">
                <a16:creationId xmlns:a16="http://schemas.microsoft.com/office/drawing/2014/main" id="{B604A6A9-A7DD-41BC-B77B-5CF6DFA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5191125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81" name="line-1425">
            <a:extLst xmlns:a="http://schemas.openxmlformats.org/drawingml/2006/main">
              <a:ext uri="{FF2B5EF4-FFF2-40B4-BE49-F238E27FC236}">
                <a16:creationId xmlns:a16="http://schemas.microsoft.com/office/drawing/2014/main" id="{9FF2B95A-E5BC-4C8C-AECA-CA453EA7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4762500"/>
            <a:ext cx="953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82" name="line-1426">
            <a:extLst xmlns:a="http://schemas.openxmlformats.org/drawingml/2006/main">
              <a:ext uri="{FF2B5EF4-FFF2-40B4-BE49-F238E27FC236}">
                <a16:creationId xmlns:a16="http://schemas.microsoft.com/office/drawing/2014/main" id="{97F74D16-DE00-4C01-9B5E-BACCDB8C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7200" y="4962525"/>
            <a:ext cx="21907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83" name="line-1427">
            <a:extLst xmlns:a="http://schemas.openxmlformats.org/drawingml/2006/main">
              <a:ext uri="{FF2B5EF4-FFF2-40B4-BE49-F238E27FC236}">
                <a16:creationId xmlns:a16="http://schemas.microsoft.com/office/drawing/2014/main" id="{FF034701-133A-4606-85F1-56DF4C94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6275" y="4819650"/>
            <a:ext cx="2190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84" name="line-1428">
            <a:extLst xmlns:a="http://schemas.openxmlformats.org/drawingml/2006/main">
              <a:ext uri="{FF2B5EF4-FFF2-40B4-BE49-F238E27FC236}">
                <a16:creationId xmlns:a16="http://schemas.microsoft.com/office/drawing/2014/main" id="{353465F6-2287-4C22-B910-BCA92104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" y="4819650"/>
            <a:ext cx="219075" cy="135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85" name="line-1429">
            <a:extLst xmlns:a="http://schemas.openxmlformats.org/drawingml/2006/main">
              <a:ext uri="{FF2B5EF4-FFF2-40B4-BE49-F238E27FC236}">
                <a16:creationId xmlns:a16="http://schemas.microsoft.com/office/drawing/2014/main" id="{CD49C9EF-C28A-4A42-81D8-99BC1ADB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" y="4955381"/>
            <a:ext cx="219075" cy="7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86" name="shape-1430">
            <a:extLst xmlns:a="http://schemas.openxmlformats.org/drawingml/2006/main">
              <a:ext uri="{FF2B5EF4-FFF2-40B4-BE49-F238E27FC236}">
                <a16:creationId xmlns:a16="http://schemas.microsoft.com/office/drawing/2014/main" id="{D8549F51-354C-4FB5-87BA-4B838D8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" y="50272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7" name="shape-1431">
            <a:extLst xmlns:a="http://schemas.openxmlformats.org/drawingml/2006/main">
              <a:ext uri="{FF2B5EF4-FFF2-40B4-BE49-F238E27FC236}">
                <a16:creationId xmlns:a16="http://schemas.microsoft.com/office/drawing/2014/main" id="{4E8FFD72-FFCF-4CB3-9E2F-0BC5A57B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" y="49415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8" name="shape-1432">
            <a:extLst xmlns:a="http://schemas.openxmlformats.org/drawingml/2006/main">
              <a:ext uri="{FF2B5EF4-FFF2-40B4-BE49-F238E27FC236}">
                <a16:creationId xmlns:a16="http://schemas.microsoft.com/office/drawing/2014/main" id="{6B680DFB-2C77-4A25-AF89-5743988B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" y="47986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9" name="shape-1433">
            <a:extLst xmlns:a="http://schemas.openxmlformats.org/drawingml/2006/main">
              <a:ext uri="{FF2B5EF4-FFF2-40B4-BE49-F238E27FC236}">
                <a16:creationId xmlns:a16="http://schemas.microsoft.com/office/drawing/2014/main" id="{3180239C-5D39-4895-A136-467AF3FA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470" y="493442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90" name="shape-1434">
            <a:extLst xmlns:a="http://schemas.openxmlformats.org/drawingml/2006/main">
              <a:ext uri="{FF2B5EF4-FFF2-40B4-BE49-F238E27FC236}">
                <a16:creationId xmlns:a16="http://schemas.microsoft.com/office/drawing/2014/main" id="{9D7DB5D6-487E-49D5-B241-166FFE77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545" y="50130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91" name="line-1435">
            <a:extLst xmlns:a="http://schemas.openxmlformats.org/drawingml/2006/main">
              <a:ext uri="{FF2B5EF4-FFF2-40B4-BE49-F238E27FC236}">
                <a16:creationId xmlns:a16="http://schemas.microsoft.com/office/drawing/2014/main" id="{1D0414F9-9213-4962-AE4C-8A3625E8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5191125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92" name="line-1436">
            <a:extLst xmlns:a="http://schemas.openxmlformats.org/drawingml/2006/main">
              <a:ext uri="{FF2B5EF4-FFF2-40B4-BE49-F238E27FC236}">
                <a16:creationId xmlns:a16="http://schemas.microsoft.com/office/drawing/2014/main" id="{CD452368-E69D-4B80-A614-88141432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0" y="4762500"/>
            <a:ext cx="953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93" name="line-1437">
            <a:extLst xmlns:a="http://schemas.openxmlformats.org/drawingml/2006/main">
              <a:ext uri="{FF2B5EF4-FFF2-40B4-BE49-F238E27FC236}">
                <a16:creationId xmlns:a16="http://schemas.microsoft.com/office/drawing/2014/main" id="{3C6FA369-F81A-403D-A5BC-33BD6D69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24000" y="4948238"/>
            <a:ext cx="219075" cy="157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194" name="line-1438">
            <a:extLst xmlns:a="http://schemas.openxmlformats.org/drawingml/2006/main">
              <a:ext uri="{FF2B5EF4-FFF2-40B4-BE49-F238E27FC236}">
                <a16:creationId xmlns:a16="http://schemas.microsoft.com/office/drawing/2014/main" id="{47050547-60C9-458E-92DE-89726B9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43075" y="4776788"/>
            <a:ext cx="21907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195" name="line-1439">
            <a:extLst xmlns:a="http://schemas.openxmlformats.org/drawingml/2006/main">
              <a:ext uri="{FF2B5EF4-FFF2-40B4-BE49-F238E27FC236}">
                <a16:creationId xmlns:a16="http://schemas.microsoft.com/office/drawing/2014/main" id="{0A4663DF-8965-4D6E-A0C8-CA37BD1D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62150" y="4776788"/>
            <a:ext cx="219075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196" name="line-1440">
            <a:extLst xmlns:a="http://schemas.openxmlformats.org/drawingml/2006/main">
              <a:ext uri="{FF2B5EF4-FFF2-40B4-BE49-F238E27FC236}">
                <a16:creationId xmlns:a16="http://schemas.microsoft.com/office/drawing/2014/main" id="{4B0EA314-1E7B-4FC1-8469-1F37803D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81225" y="4905375"/>
            <a:ext cx="219075" cy="157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197" name="shape-1441">
            <a:extLst xmlns:a="http://schemas.openxmlformats.org/drawingml/2006/main">
              <a:ext uri="{FF2B5EF4-FFF2-40B4-BE49-F238E27FC236}">
                <a16:creationId xmlns:a16="http://schemas.microsoft.com/office/drawing/2014/main" id="{54F9CDFA-9C3D-43B3-8C5F-40A540F6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045" y="50844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98" name="shape-1442">
            <a:extLst xmlns:a="http://schemas.openxmlformats.org/drawingml/2006/main">
              <a:ext uri="{FF2B5EF4-FFF2-40B4-BE49-F238E27FC236}">
                <a16:creationId xmlns:a16="http://schemas.microsoft.com/office/drawing/2014/main" id="{6B1BA445-3771-4D0A-B379-384DC734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492728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99" name="shape-1443">
            <a:extLst xmlns:a="http://schemas.openxmlformats.org/drawingml/2006/main">
              <a:ext uri="{FF2B5EF4-FFF2-40B4-BE49-F238E27FC236}">
                <a16:creationId xmlns:a16="http://schemas.microsoft.com/office/drawing/2014/main" id="{99979163-96A9-4881-B142-621DCB79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195" y="475583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00" name="shape-1444">
            <a:extLst xmlns:a="http://schemas.openxmlformats.org/drawingml/2006/main">
              <a:ext uri="{FF2B5EF4-FFF2-40B4-BE49-F238E27FC236}">
                <a16:creationId xmlns:a16="http://schemas.microsoft.com/office/drawing/2014/main" id="{5C717000-E5E4-4CF2-92D8-32824445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0270" y="48844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01" name="shape-1445">
            <a:extLst xmlns:a="http://schemas.openxmlformats.org/drawingml/2006/main">
              <a:ext uri="{FF2B5EF4-FFF2-40B4-BE49-F238E27FC236}">
                <a16:creationId xmlns:a16="http://schemas.microsoft.com/office/drawing/2014/main" id="{31E549CF-AE42-49DC-9218-C05A0FB4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9345" y="504158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02" name="shape-1446">
            <a:extLst xmlns:a="http://schemas.openxmlformats.org/drawingml/2006/main">
              <a:ext uri="{FF2B5EF4-FFF2-40B4-BE49-F238E27FC236}">
                <a16:creationId xmlns:a16="http://schemas.microsoft.com/office/drawing/2014/main" id="{28F6FCB1-87D3-493F-BCA9-1849008B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3333750"/>
            <a:ext cx="228600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203" name="text-1447">
            <a:extLst xmlns:a="http://schemas.openxmlformats.org/drawingml/2006/main">
              <a:ext uri="{FF2B5EF4-FFF2-40B4-BE49-F238E27FC236}">
                <a16:creationId xmlns:a16="http://schemas.microsoft.com/office/drawing/2014/main" id="{DF3062F1-3B8A-4BD2-8DF8-9D5B64BB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575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候选 B（通过硬门）</a:t>
            </a:r>
          </a:p>
        </p:txBody>
      </p:sp>
      <p:sp>
        <p:nvSpPr>
          <p:cNvPr id="204" name="line-1448">
            <a:extLst xmlns:a="http://schemas.openxmlformats.org/drawingml/2006/main">
              <a:ext uri="{FF2B5EF4-FFF2-40B4-BE49-F238E27FC236}">
                <a16:creationId xmlns:a16="http://schemas.microsoft.com/office/drawing/2014/main" id="{8072EA3A-C1F7-4E63-ACF4-9F55E9B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4381500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05" name="line-1449">
            <a:extLst xmlns:a="http://schemas.openxmlformats.org/drawingml/2006/main">
              <a:ext uri="{FF2B5EF4-FFF2-40B4-BE49-F238E27FC236}">
                <a16:creationId xmlns:a16="http://schemas.microsoft.com/office/drawing/2014/main" id="{9CEC0DC0-83F9-42B6-887A-00589B93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38576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06" name="line-1450">
            <a:extLst xmlns:a="http://schemas.openxmlformats.org/drawingml/2006/main">
              <a:ext uri="{FF2B5EF4-FFF2-40B4-BE49-F238E27FC236}">
                <a16:creationId xmlns:a16="http://schemas.microsoft.com/office/drawing/2014/main" id="{719A151F-BD9A-4014-B47B-507248A9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33700" y="4119563"/>
            <a:ext cx="175260" cy="112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07" name="line-1451">
            <a:extLst xmlns:a="http://schemas.openxmlformats.org/drawingml/2006/main">
              <a:ext uri="{FF2B5EF4-FFF2-40B4-BE49-F238E27FC236}">
                <a16:creationId xmlns:a16="http://schemas.microsoft.com/office/drawing/2014/main" id="{391AA5BF-D9D1-456E-BB92-CE981FF9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08960" y="4022271"/>
            <a:ext cx="175260" cy="97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08" name="line-1452">
            <a:extLst xmlns:a="http://schemas.openxmlformats.org/drawingml/2006/main">
              <a:ext uri="{FF2B5EF4-FFF2-40B4-BE49-F238E27FC236}">
                <a16:creationId xmlns:a16="http://schemas.microsoft.com/office/drawing/2014/main" id="{CF13317C-8BE9-42A5-9EA4-415CB1CF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84220" y="3932464"/>
            <a:ext cx="175260" cy="89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09" name="line-1453">
            <a:extLst xmlns:a="http://schemas.openxmlformats.org/drawingml/2006/main">
              <a:ext uri="{FF2B5EF4-FFF2-40B4-BE49-F238E27FC236}">
                <a16:creationId xmlns:a16="http://schemas.microsoft.com/office/drawing/2014/main" id="{AD723223-AB19-4145-BBF3-4DCCD4C7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59480" y="3932464"/>
            <a:ext cx="175260" cy="1347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10" name="line-1454">
            <a:extLst xmlns:a="http://schemas.openxmlformats.org/drawingml/2006/main">
              <a:ext uri="{FF2B5EF4-FFF2-40B4-BE49-F238E27FC236}">
                <a16:creationId xmlns:a16="http://schemas.microsoft.com/office/drawing/2014/main" id="{8F93EE68-959B-488B-AB36-F0260F32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34740" y="4067175"/>
            <a:ext cx="175260" cy="127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11" name="shape-1455">
            <a:extLst xmlns:a="http://schemas.openxmlformats.org/drawingml/2006/main">
              <a:ext uri="{FF2B5EF4-FFF2-40B4-BE49-F238E27FC236}">
                <a16:creationId xmlns:a16="http://schemas.microsoft.com/office/drawing/2014/main" id="{8EA0ED0C-EEEE-4FC3-9570-4C202E1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2745" y="421086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12" name="shape-1456">
            <a:extLst xmlns:a="http://schemas.openxmlformats.org/drawingml/2006/main">
              <a:ext uri="{FF2B5EF4-FFF2-40B4-BE49-F238E27FC236}">
                <a16:creationId xmlns:a16="http://schemas.microsoft.com/office/drawing/2014/main" id="{10D1DDF7-2F6E-482D-9F61-2EFFB7BC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8005" y="40986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13" name="shape-1457">
            <a:extLst xmlns:a="http://schemas.openxmlformats.org/drawingml/2006/main">
              <a:ext uri="{FF2B5EF4-FFF2-40B4-BE49-F238E27FC236}">
                <a16:creationId xmlns:a16="http://schemas.microsoft.com/office/drawing/2014/main" id="{596BFAA3-1DE6-46BE-B09A-607541D6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3265" y="400131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14" name="shape-1458">
            <a:extLst xmlns:a="http://schemas.openxmlformats.org/drawingml/2006/main">
              <a:ext uri="{FF2B5EF4-FFF2-40B4-BE49-F238E27FC236}">
                <a16:creationId xmlns:a16="http://schemas.microsoft.com/office/drawing/2014/main" id="{B613DADD-5368-4CD9-88FB-330CB43B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391150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15" name="shape-1459">
            <a:extLst xmlns:a="http://schemas.openxmlformats.org/drawingml/2006/main">
              <a:ext uri="{FF2B5EF4-FFF2-40B4-BE49-F238E27FC236}">
                <a16:creationId xmlns:a16="http://schemas.microsoft.com/office/drawing/2014/main" id="{7893F0BE-FFCC-4C2E-8DA5-F538298B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3785" y="40462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16" name="shape-1460">
            <a:extLst xmlns:a="http://schemas.openxmlformats.org/drawingml/2006/main">
              <a:ext uri="{FF2B5EF4-FFF2-40B4-BE49-F238E27FC236}">
                <a16:creationId xmlns:a16="http://schemas.microsoft.com/office/drawing/2014/main" id="{50D7DDF3-1C27-4474-B3F8-BBD7DC26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9045" y="4173447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17" name="line-1461">
            <a:extLst xmlns:a="http://schemas.openxmlformats.org/drawingml/2006/main">
              <a:ext uri="{FF2B5EF4-FFF2-40B4-BE49-F238E27FC236}">
                <a16:creationId xmlns:a16="http://schemas.microsoft.com/office/drawing/2014/main" id="{4C048A83-5CF6-46EE-99FD-A55D71B7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0" y="4381500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18" name="line-1462">
            <a:extLst xmlns:a="http://schemas.openxmlformats.org/drawingml/2006/main">
              <a:ext uri="{FF2B5EF4-FFF2-40B4-BE49-F238E27FC236}">
                <a16:creationId xmlns:a16="http://schemas.microsoft.com/office/drawing/2014/main" id="{034AD682-F85C-446B-9A41-CC1E4CA9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0" y="38576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19" name="line-1463">
            <a:extLst xmlns:a="http://schemas.openxmlformats.org/drawingml/2006/main">
              <a:ext uri="{FF2B5EF4-FFF2-40B4-BE49-F238E27FC236}">
                <a16:creationId xmlns:a16="http://schemas.microsoft.com/office/drawing/2014/main" id="{4D1FBB53-82D0-4F5F-8ABA-0FE808E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0500" y="4142014"/>
            <a:ext cx="175260" cy="127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20" name="line-1464">
            <a:extLst xmlns:a="http://schemas.openxmlformats.org/drawingml/2006/main">
              <a:ext uri="{FF2B5EF4-FFF2-40B4-BE49-F238E27FC236}">
                <a16:creationId xmlns:a16="http://schemas.microsoft.com/office/drawing/2014/main" id="{AED81AED-C902-4B83-AD9F-6785E4E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75760" y="3969884"/>
            <a:ext cx="175260" cy="172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21" name="line-1465">
            <a:extLst xmlns:a="http://schemas.openxmlformats.org/drawingml/2006/main">
              <a:ext uri="{FF2B5EF4-FFF2-40B4-BE49-F238E27FC236}">
                <a16:creationId xmlns:a16="http://schemas.microsoft.com/office/drawing/2014/main" id="{3C68B544-1721-4482-8DC4-060B0B4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51020" y="3872593"/>
            <a:ext cx="175260" cy="97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22" name="line-1466">
            <a:extLst xmlns:a="http://schemas.openxmlformats.org/drawingml/2006/main">
              <a:ext uri="{FF2B5EF4-FFF2-40B4-BE49-F238E27FC236}">
                <a16:creationId xmlns:a16="http://schemas.microsoft.com/office/drawing/2014/main" id="{BC541B7B-34F0-4597-914B-BB8ADB28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6280" y="3872593"/>
            <a:ext cx="175260" cy="1347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23" name="line-1467">
            <a:extLst xmlns:a="http://schemas.openxmlformats.org/drawingml/2006/main">
              <a:ext uri="{FF2B5EF4-FFF2-40B4-BE49-F238E27FC236}">
                <a16:creationId xmlns:a16="http://schemas.microsoft.com/office/drawing/2014/main" id="{015A5687-1899-4748-B859-3D4ACEBD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01540" y="4007304"/>
            <a:ext cx="175260" cy="149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24" name="shape-1468">
            <a:extLst xmlns:a="http://schemas.openxmlformats.org/drawingml/2006/main">
              <a:ext uri="{FF2B5EF4-FFF2-40B4-BE49-F238E27FC236}">
                <a16:creationId xmlns:a16="http://schemas.microsoft.com/office/drawing/2014/main" id="{B1504CE4-1208-414D-8A48-523BF77E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9545" y="424828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25" name="shape-1469">
            <a:extLst xmlns:a="http://schemas.openxmlformats.org/drawingml/2006/main">
              <a:ext uri="{FF2B5EF4-FFF2-40B4-BE49-F238E27FC236}">
                <a16:creationId xmlns:a16="http://schemas.microsoft.com/office/drawing/2014/main" id="{EBCEBF9E-D27A-4EB7-85E5-767DB7D9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4805" y="412105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26" name="shape-1470">
            <a:extLst xmlns:a="http://schemas.openxmlformats.org/drawingml/2006/main">
              <a:ext uri="{FF2B5EF4-FFF2-40B4-BE49-F238E27FC236}">
                <a16:creationId xmlns:a16="http://schemas.microsoft.com/office/drawing/2014/main" id="{13A64556-2E7B-4314-A057-45442BB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0065" y="394892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27" name="shape-1471">
            <a:extLst xmlns:a="http://schemas.openxmlformats.org/drawingml/2006/main">
              <a:ext uri="{FF2B5EF4-FFF2-40B4-BE49-F238E27FC236}">
                <a16:creationId xmlns:a16="http://schemas.microsoft.com/office/drawing/2014/main" id="{BFF95915-A092-4D85-8D4A-A5F2DBA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325" y="385163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28" name="shape-1472">
            <a:extLst xmlns:a="http://schemas.openxmlformats.org/drawingml/2006/main">
              <a:ext uri="{FF2B5EF4-FFF2-40B4-BE49-F238E27FC236}">
                <a16:creationId xmlns:a16="http://schemas.microsoft.com/office/drawing/2014/main" id="{80436220-C727-4C4F-AA9B-6B3625AD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0585" y="398634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29" name="shape-1473">
            <a:extLst xmlns:a="http://schemas.openxmlformats.org/drawingml/2006/main">
              <a:ext uri="{FF2B5EF4-FFF2-40B4-BE49-F238E27FC236}">
                <a16:creationId xmlns:a16="http://schemas.microsoft.com/office/drawing/2014/main" id="{7D890029-9FA3-4A81-B412-D438E3FE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5845" y="4136027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30" name="text-1474">
            <a:extLst xmlns:a="http://schemas.openxmlformats.org/drawingml/2006/main">
              <a:ext uri="{FF2B5EF4-FFF2-40B4-BE49-F238E27FC236}">
                <a16:creationId xmlns:a16="http://schemas.microsoft.com/office/drawing/2014/main" id="{94A70AB4-0C4E-45B3-8E3C-3AAF0E38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67125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Before</a:t>
            </a:r>
          </a:p>
        </p:txBody>
      </p:sp>
      <p:sp>
        <p:nvSpPr>
          <p:cNvPr id="231" name="text-1475">
            <a:extLst xmlns:a="http://schemas.openxmlformats.org/drawingml/2006/main">
              <a:ext uri="{FF2B5EF4-FFF2-40B4-BE49-F238E27FC236}">
                <a16:creationId xmlns:a16="http://schemas.microsoft.com/office/drawing/2014/main" id="{82978116-01DF-4541-94AE-611D9E95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67125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After</a:t>
            </a:r>
          </a:p>
        </p:txBody>
      </p:sp>
      <p:sp>
        <p:nvSpPr>
          <p:cNvPr id="232" name="line-1476">
            <a:extLst xmlns:a="http://schemas.openxmlformats.org/drawingml/2006/main">
              <a:ext uri="{FF2B5EF4-FFF2-40B4-BE49-F238E27FC236}">
                <a16:creationId xmlns:a16="http://schemas.microsoft.com/office/drawing/2014/main" id="{96B50250-0FF3-4A0F-AA6B-7A38B2A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5191125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33" name="line-1477">
            <a:extLst xmlns:a="http://schemas.openxmlformats.org/drawingml/2006/main">
              <a:ext uri="{FF2B5EF4-FFF2-40B4-BE49-F238E27FC236}">
                <a16:creationId xmlns:a16="http://schemas.microsoft.com/office/drawing/2014/main" id="{329D58DC-CEEA-49C6-B115-65D44BA3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4762500"/>
            <a:ext cx="953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34" name="line-1478">
            <a:extLst xmlns:a="http://schemas.openxmlformats.org/drawingml/2006/main">
              <a:ext uri="{FF2B5EF4-FFF2-40B4-BE49-F238E27FC236}">
                <a16:creationId xmlns:a16="http://schemas.microsoft.com/office/drawing/2014/main" id="{98655AAE-A05A-445F-9AB3-C891A1E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33700" y="4962525"/>
            <a:ext cx="21907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35" name="line-1479">
            <a:extLst xmlns:a="http://schemas.openxmlformats.org/drawingml/2006/main">
              <a:ext uri="{FF2B5EF4-FFF2-40B4-BE49-F238E27FC236}">
                <a16:creationId xmlns:a16="http://schemas.microsoft.com/office/drawing/2014/main" id="{8D3A165E-7993-41C7-9AFF-009B3FD0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52775" y="4819650"/>
            <a:ext cx="2190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36" name="line-1480">
            <a:extLst xmlns:a="http://schemas.openxmlformats.org/drawingml/2006/main">
              <a:ext uri="{FF2B5EF4-FFF2-40B4-BE49-F238E27FC236}">
                <a16:creationId xmlns:a16="http://schemas.microsoft.com/office/drawing/2014/main" id="{6DE7E4F5-22CF-4A42-97A5-DB09B13F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4819650"/>
            <a:ext cx="219075" cy="135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37" name="line-1481">
            <a:extLst xmlns:a="http://schemas.openxmlformats.org/drawingml/2006/main">
              <a:ext uri="{FF2B5EF4-FFF2-40B4-BE49-F238E27FC236}">
                <a16:creationId xmlns:a16="http://schemas.microsoft.com/office/drawing/2014/main" id="{33DDF573-39C3-4E3F-B1F0-B5D03770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90925" y="4955381"/>
            <a:ext cx="219075" cy="7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38" name="shape-1482">
            <a:extLst xmlns:a="http://schemas.openxmlformats.org/drawingml/2006/main">
              <a:ext uri="{FF2B5EF4-FFF2-40B4-BE49-F238E27FC236}">
                <a16:creationId xmlns:a16="http://schemas.microsoft.com/office/drawing/2014/main" id="{7DECB717-361F-4DCC-82D5-F4824BFC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2745" y="50272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39" name="shape-1483">
            <a:extLst xmlns:a="http://schemas.openxmlformats.org/drawingml/2006/main">
              <a:ext uri="{FF2B5EF4-FFF2-40B4-BE49-F238E27FC236}">
                <a16:creationId xmlns:a16="http://schemas.microsoft.com/office/drawing/2014/main" id="{6B9B23C3-ECAA-41B4-AB8C-BC9E4B2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1820" y="49415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40" name="shape-1484">
            <a:extLst xmlns:a="http://schemas.openxmlformats.org/drawingml/2006/main">
              <a:ext uri="{FF2B5EF4-FFF2-40B4-BE49-F238E27FC236}">
                <a16:creationId xmlns:a16="http://schemas.microsoft.com/office/drawing/2014/main" id="{9BA05C04-A20A-4D96-90F8-88B84A9A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0895" y="47986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41" name="shape-1485">
            <a:extLst xmlns:a="http://schemas.openxmlformats.org/drawingml/2006/main">
              <a:ext uri="{FF2B5EF4-FFF2-40B4-BE49-F238E27FC236}">
                <a16:creationId xmlns:a16="http://schemas.microsoft.com/office/drawing/2014/main" id="{1B03C972-D7EC-4473-80B0-7735AB71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9970" y="493442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42" name="shape-1486">
            <a:extLst xmlns:a="http://schemas.openxmlformats.org/drawingml/2006/main">
              <a:ext uri="{FF2B5EF4-FFF2-40B4-BE49-F238E27FC236}">
                <a16:creationId xmlns:a16="http://schemas.microsoft.com/office/drawing/2014/main" id="{0ABD89BD-E8D8-4BED-BC78-9913BA66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9045" y="50130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43" name="line-1487">
            <a:extLst xmlns:a="http://schemas.openxmlformats.org/drawingml/2006/main">
              <a:ext uri="{FF2B5EF4-FFF2-40B4-BE49-F238E27FC236}">
                <a16:creationId xmlns:a16="http://schemas.microsoft.com/office/drawing/2014/main" id="{AC9E69EB-D771-4838-A51A-29BE34F1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0" y="5191125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44" name="line-1488">
            <a:extLst xmlns:a="http://schemas.openxmlformats.org/drawingml/2006/main">
              <a:ext uri="{FF2B5EF4-FFF2-40B4-BE49-F238E27FC236}">
                <a16:creationId xmlns:a16="http://schemas.microsoft.com/office/drawing/2014/main" id="{F2774E03-AC6A-4AEE-99BE-087BEC42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0" y="4762500"/>
            <a:ext cx="953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45" name="line-1489">
            <a:extLst xmlns:a="http://schemas.openxmlformats.org/drawingml/2006/main">
              <a:ext uri="{FF2B5EF4-FFF2-40B4-BE49-F238E27FC236}">
                <a16:creationId xmlns:a16="http://schemas.microsoft.com/office/drawing/2014/main" id="{0E7616F1-62C8-4AA0-93D0-700A4B5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0500" y="4948238"/>
            <a:ext cx="219075" cy="157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246" name="line-1490">
            <a:extLst xmlns:a="http://schemas.openxmlformats.org/drawingml/2006/main">
              <a:ext uri="{FF2B5EF4-FFF2-40B4-BE49-F238E27FC236}">
                <a16:creationId xmlns:a16="http://schemas.microsoft.com/office/drawing/2014/main" id="{A86969C5-8571-419C-A96C-D159E2C5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19575" y="4776788"/>
            <a:ext cx="21907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247" name="line-1491">
            <a:extLst xmlns:a="http://schemas.openxmlformats.org/drawingml/2006/main">
              <a:ext uri="{FF2B5EF4-FFF2-40B4-BE49-F238E27FC236}">
                <a16:creationId xmlns:a16="http://schemas.microsoft.com/office/drawing/2014/main" id="{3FC0AC9B-C463-4603-BC49-91AE3155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8650" y="4776788"/>
            <a:ext cx="219075" cy="12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248" name="line-1492">
            <a:extLst xmlns:a="http://schemas.openxmlformats.org/drawingml/2006/main">
              <a:ext uri="{FF2B5EF4-FFF2-40B4-BE49-F238E27FC236}">
                <a16:creationId xmlns:a16="http://schemas.microsoft.com/office/drawing/2014/main" id="{FC49267B-6C55-438F-B039-6D6812C2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7725" y="4905375"/>
            <a:ext cx="219075" cy="157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249" name="shape-1493">
            <a:extLst xmlns:a="http://schemas.openxmlformats.org/drawingml/2006/main">
              <a:ext uri="{FF2B5EF4-FFF2-40B4-BE49-F238E27FC236}">
                <a16:creationId xmlns:a16="http://schemas.microsoft.com/office/drawing/2014/main" id="{9D3CDB21-28D9-409B-9A1A-6800C157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9545" y="50844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50" name="shape-1494">
            <a:extLst xmlns:a="http://schemas.openxmlformats.org/drawingml/2006/main">
              <a:ext uri="{FF2B5EF4-FFF2-40B4-BE49-F238E27FC236}">
                <a16:creationId xmlns:a16="http://schemas.microsoft.com/office/drawing/2014/main" id="{48C01A6E-0626-4E7D-83EB-E3F436C5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8620" y="492728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51" name="shape-1495">
            <a:extLst xmlns:a="http://schemas.openxmlformats.org/drawingml/2006/main">
              <a:ext uri="{FF2B5EF4-FFF2-40B4-BE49-F238E27FC236}">
                <a16:creationId xmlns:a16="http://schemas.microsoft.com/office/drawing/2014/main" id="{B7F76505-AB01-4468-A830-E8D7C257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7695" y="475583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52" name="shape-1496">
            <a:extLst xmlns:a="http://schemas.openxmlformats.org/drawingml/2006/main">
              <a:ext uri="{FF2B5EF4-FFF2-40B4-BE49-F238E27FC236}">
                <a16:creationId xmlns:a16="http://schemas.microsoft.com/office/drawing/2014/main" id="{65821DC5-01A7-4977-9894-6302CF8E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6770" y="48844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53" name="shape-1497">
            <a:extLst xmlns:a="http://schemas.openxmlformats.org/drawingml/2006/main">
              <a:ext uri="{FF2B5EF4-FFF2-40B4-BE49-F238E27FC236}">
                <a16:creationId xmlns:a16="http://schemas.microsoft.com/office/drawing/2014/main" id="{3251FE30-D70D-491D-9CDA-E484A06F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5845" y="504158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54" name="shape-1498">
            <a:extLst xmlns:a="http://schemas.openxmlformats.org/drawingml/2006/main">
              <a:ext uri="{FF2B5EF4-FFF2-40B4-BE49-F238E27FC236}">
                <a16:creationId xmlns:a16="http://schemas.microsoft.com/office/drawing/2014/main" id="{99A6124A-0588-4A64-8EF4-21C14753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333750"/>
            <a:ext cx="2286000" cy="2143125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255" name="text-1499">
            <a:extLst xmlns:a="http://schemas.openxmlformats.org/drawingml/2006/main">
              <a:ext uri="{FF2B5EF4-FFF2-40B4-BE49-F238E27FC236}">
                <a16:creationId xmlns:a16="http://schemas.microsoft.com/office/drawing/2014/main" id="{5379301A-99F4-4C13-A50A-48739053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575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候选 C（未通过硬门）</a:t>
            </a:r>
          </a:p>
        </p:txBody>
      </p:sp>
      <p:sp>
        <p:nvSpPr>
          <p:cNvPr id="256" name="line-1500">
            <a:extLst xmlns:a="http://schemas.openxmlformats.org/drawingml/2006/main">
              <a:ext uri="{FF2B5EF4-FFF2-40B4-BE49-F238E27FC236}">
                <a16:creationId xmlns:a16="http://schemas.microsoft.com/office/drawing/2014/main" id="{AD67F296-639E-4C71-B40A-BA004E51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10200" y="4381500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57" name="line-1501">
            <a:extLst xmlns:a="http://schemas.openxmlformats.org/drawingml/2006/main">
              <a:ext uri="{FF2B5EF4-FFF2-40B4-BE49-F238E27FC236}">
                <a16:creationId xmlns:a16="http://schemas.microsoft.com/office/drawing/2014/main" id="{AFD91BBD-62DA-43D9-82DB-0498E85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10200" y="38576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58" name="line-1502">
            <a:extLst xmlns:a="http://schemas.openxmlformats.org/drawingml/2006/main">
              <a:ext uri="{FF2B5EF4-FFF2-40B4-BE49-F238E27FC236}">
                <a16:creationId xmlns:a16="http://schemas.microsoft.com/office/drawing/2014/main" id="{7894EEE2-E5B4-4C8D-AFDF-71F3C92D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10200" y="4119563"/>
            <a:ext cx="175260" cy="112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59" name="line-1503">
            <a:extLst xmlns:a="http://schemas.openxmlformats.org/drawingml/2006/main">
              <a:ext uri="{FF2B5EF4-FFF2-40B4-BE49-F238E27FC236}">
                <a16:creationId xmlns:a16="http://schemas.microsoft.com/office/drawing/2014/main" id="{555CDB0D-42DF-48DF-971C-D15CFAF0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85460" y="4022271"/>
            <a:ext cx="175260" cy="97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60" name="line-1504">
            <a:extLst xmlns:a="http://schemas.openxmlformats.org/drawingml/2006/main">
              <a:ext uri="{FF2B5EF4-FFF2-40B4-BE49-F238E27FC236}">
                <a16:creationId xmlns:a16="http://schemas.microsoft.com/office/drawing/2014/main" id="{B9125F35-FE93-48B6-A762-A6F759B7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60720" y="3932464"/>
            <a:ext cx="175260" cy="89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61" name="line-1505">
            <a:extLst xmlns:a="http://schemas.openxmlformats.org/drawingml/2006/main">
              <a:ext uri="{FF2B5EF4-FFF2-40B4-BE49-F238E27FC236}">
                <a16:creationId xmlns:a16="http://schemas.microsoft.com/office/drawing/2014/main" id="{FD6A688C-F8FF-486F-8822-F861ACD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35980" y="3932464"/>
            <a:ext cx="175260" cy="1347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62" name="line-1506">
            <a:extLst xmlns:a="http://schemas.openxmlformats.org/drawingml/2006/main">
              <a:ext uri="{FF2B5EF4-FFF2-40B4-BE49-F238E27FC236}">
                <a16:creationId xmlns:a16="http://schemas.microsoft.com/office/drawing/2014/main" id="{BE639422-5C06-4100-97C3-A31E23BC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11240" y="4067175"/>
            <a:ext cx="175260" cy="127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263" name="shape-1507">
            <a:extLst xmlns:a="http://schemas.openxmlformats.org/drawingml/2006/main">
              <a:ext uri="{FF2B5EF4-FFF2-40B4-BE49-F238E27FC236}">
                <a16:creationId xmlns:a16="http://schemas.microsoft.com/office/drawing/2014/main" id="{86490A44-DFC7-4D6C-9F63-42C7E8E7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9245" y="421086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64" name="shape-1508">
            <a:extLst xmlns:a="http://schemas.openxmlformats.org/drawingml/2006/main">
              <a:ext uri="{FF2B5EF4-FFF2-40B4-BE49-F238E27FC236}">
                <a16:creationId xmlns:a16="http://schemas.microsoft.com/office/drawing/2014/main" id="{19CD1E3E-1F96-461D-B8E5-A991989C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4505" y="40986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65" name="shape-1509">
            <a:extLst xmlns:a="http://schemas.openxmlformats.org/drawingml/2006/main">
              <a:ext uri="{FF2B5EF4-FFF2-40B4-BE49-F238E27FC236}">
                <a16:creationId xmlns:a16="http://schemas.microsoft.com/office/drawing/2014/main" id="{0BD0C533-7E71-4366-B559-0E652A65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9765" y="400131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66" name="shape-1510">
            <a:extLst xmlns:a="http://schemas.openxmlformats.org/drawingml/2006/main">
              <a:ext uri="{FF2B5EF4-FFF2-40B4-BE49-F238E27FC236}">
                <a16:creationId xmlns:a16="http://schemas.microsoft.com/office/drawing/2014/main" id="{5140956A-D89B-4774-A0F4-1A45E73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391150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67" name="shape-1511">
            <a:extLst xmlns:a="http://schemas.openxmlformats.org/drawingml/2006/main">
              <a:ext uri="{FF2B5EF4-FFF2-40B4-BE49-F238E27FC236}">
                <a16:creationId xmlns:a16="http://schemas.microsoft.com/office/drawing/2014/main" id="{603469FF-6CB9-4172-9BE8-C2732FC0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0285" y="40462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68" name="shape-1512">
            <a:extLst xmlns:a="http://schemas.openxmlformats.org/drawingml/2006/main">
              <a:ext uri="{FF2B5EF4-FFF2-40B4-BE49-F238E27FC236}">
                <a16:creationId xmlns:a16="http://schemas.microsoft.com/office/drawing/2014/main" id="{A39525DD-D0C0-4264-B177-B0B9308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5545" y="4173447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69" name="line-1513">
            <a:extLst xmlns:a="http://schemas.openxmlformats.org/drawingml/2006/main">
              <a:ext uri="{FF2B5EF4-FFF2-40B4-BE49-F238E27FC236}">
                <a16:creationId xmlns:a16="http://schemas.microsoft.com/office/drawing/2014/main" id="{FD62BDFF-87FC-4E72-AAF2-23A342A2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4381500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70" name="line-1514">
            <a:extLst xmlns:a="http://schemas.openxmlformats.org/drawingml/2006/main">
              <a:ext uri="{FF2B5EF4-FFF2-40B4-BE49-F238E27FC236}">
                <a16:creationId xmlns:a16="http://schemas.microsoft.com/office/drawing/2014/main" id="{34223E6B-3E65-455F-86F6-3DE2500C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38576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71" name="line-1515">
            <a:extLst xmlns:a="http://schemas.openxmlformats.org/drawingml/2006/main">
              <a:ext uri="{FF2B5EF4-FFF2-40B4-BE49-F238E27FC236}">
                <a16:creationId xmlns:a16="http://schemas.microsoft.com/office/drawing/2014/main" id="{A29EB0B5-56FC-461A-B409-4DBDB941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77000" y="4194402"/>
            <a:ext cx="175260" cy="523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72" name="line-1516">
            <a:extLst xmlns:a="http://schemas.openxmlformats.org/drawingml/2006/main">
              <a:ext uri="{FF2B5EF4-FFF2-40B4-BE49-F238E27FC236}">
                <a16:creationId xmlns:a16="http://schemas.microsoft.com/office/drawing/2014/main" id="{0192E22B-7EB2-4E46-8083-FB394EF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52260" y="4082143"/>
            <a:ext cx="175260" cy="112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73" name="line-1517">
            <a:extLst xmlns:a="http://schemas.openxmlformats.org/drawingml/2006/main">
              <a:ext uri="{FF2B5EF4-FFF2-40B4-BE49-F238E27FC236}">
                <a16:creationId xmlns:a16="http://schemas.microsoft.com/office/drawing/2014/main" id="{A3CB81EE-BA28-4E1D-AEF2-4697D3BA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27520" y="4007304"/>
            <a:ext cx="175260" cy="748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74" name="line-1518">
            <a:extLst xmlns:a="http://schemas.openxmlformats.org/drawingml/2006/main">
              <a:ext uri="{FF2B5EF4-FFF2-40B4-BE49-F238E27FC236}">
                <a16:creationId xmlns:a16="http://schemas.microsoft.com/office/drawing/2014/main" id="{826A5A21-2F79-4510-9EE3-4CBB78AD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2780" y="4007304"/>
            <a:ext cx="175260" cy="112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75" name="line-1519">
            <a:extLst xmlns:a="http://schemas.openxmlformats.org/drawingml/2006/main">
              <a:ext uri="{FF2B5EF4-FFF2-40B4-BE49-F238E27FC236}">
                <a16:creationId xmlns:a16="http://schemas.microsoft.com/office/drawing/2014/main" id="{9F1AE1B1-3126-46E4-A02D-39CDC443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78040" y="4119563"/>
            <a:ext cx="175260" cy="97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276" name="shape-1520">
            <a:extLst xmlns:a="http://schemas.openxmlformats.org/drawingml/2006/main">
              <a:ext uri="{FF2B5EF4-FFF2-40B4-BE49-F238E27FC236}">
                <a16:creationId xmlns:a16="http://schemas.microsoft.com/office/drawing/2014/main" id="{73BB3CC6-1F88-4D64-9B32-9544C1D8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6045" y="4225834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77" name="shape-1521">
            <a:extLst xmlns:a="http://schemas.openxmlformats.org/drawingml/2006/main">
              <a:ext uri="{FF2B5EF4-FFF2-40B4-BE49-F238E27FC236}">
                <a16:creationId xmlns:a16="http://schemas.microsoft.com/office/drawing/2014/main" id="{77BF674E-FB5E-4824-BDF5-03188EDA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1305" y="4173447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78" name="shape-1522">
            <a:extLst xmlns:a="http://schemas.openxmlformats.org/drawingml/2006/main">
              <a:ext uri="{FF2B5EF4-FFF2-40B4-BE49-F238E27FC236}">
                <a16:creationId xmlns:a16="http://schemas.microsoft.com/office/drawing/2014/main" id="{A0282C18-BE53-44C3-BD91-AD73056E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6565" y="406118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79" name="shape-1523">
            <a:extLst xmlns:a="http://schemas.openxmlformats.org/drawingml/2006/main">
              <a:ext uri="{FF2B5EF4-FFF2-40B4-BE49-F238E27FC236}">
                <a16:creationId xmlns:a16="http://schemas.microsoft.com/office/drawing/2014/main" id="{66A4F81A-3254-4706-B260-E5676D76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1825" y="398634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80" name="shape-1524">
            <a:extLst xmlns:a="http://schemas.openxmlformats.org/drawingml/2006/main">
              <a:ext uri="{FF2B5EF4-FFF2-40B4-BE49-F238E27FC236}">
                <a16:creationId xmlns:a16="http://schemas.microsoft.com/office/drawing/2014/main" id="{83EC20CE-703C-40C2-886D-FD41071D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7085" y="40986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81" name="shape-1525">
            <a:extLst xmlns:a="http://schemas.openxmlformats.org/drawingml/2006/main">
              <a:ext uri="{FF2B5EF4-FFF2-40B4-BE49-F238E27FC236}">
                <a16:creationId xmlns:a16="http://schemas.microsoft.com/office/drawing/2014/main" id="{788632E0-D3D2-48E0-A3F3-8BABA52B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2345" y="419589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82" name="text-1526">
            <a:extLst xmlns:a="http://schemas.openxmlformats.org/drawingml/2006/main">
              <a:ext uri="{FF2B5EF4-FFF2-40B4-BE49-F238E27FC236}">
                <a16:creationId xmlns:a16="http://schemas.microsoft.com/office/drawing/2014/main" id="{7130BA22-77F5-4BA7-9064-A5AA3A4E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Before</a:t>
            </a:r>
          </a:p>
        </p:txBody>
      </p:sp>
      <p:sp>
        <p:nvSpPr>
          <p:cNvPr id="283" name="text-1527">
            <a:extLst xmlns:a="http://schemas.openxmlformats.org/drawingml/2006/main">
              <a:ext uri="{FF2B5EF4-FFF2-40B4-BE49-F238E27FC236}">
                <a16:creationId xmlns:a16="http://schemas.microsoft.com/office/drawing/2014/main" id="{44D82ECA-584E-4F7C-87BC-064D292E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67125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After</a:t>
            </a:r>
          </a:p>
        </p:txBody>
      </p:sp>
      <p:sp>
        <p:nvSpPr>
          <p:cNvPr id="284" name="line-1528">
            <a:extLst xmlns:a="http://schemas.openxmlformats.org/drawingml/2006/main">
              <a:ext uri="{FF2B5EF4-FFF2-40B4-BE49-F238E27FC236}">
                <a16:creationId xmlns:a16="http://schemas.microsoft.com/office/drawing/2014/main" id="{AFD9022A-CB7F-443A-ABCE-9021035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10200" y="5191125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85" name="line-1529">
            <a:extLst xmlns:a="http://schemas.openxmlformats.org/drawingml/2006/main">
              <a:ext uri="{FF2B5EF4-FFF2-40B4-BE49-F238E27FC236}">
                <a16:creationId xmlns:a16="http://schemas.microsoft.com/office/drawing/2014/main" id="{0A6A317E-9A78-4661-A97F-1A8D868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10200" y="4762500"/>
            <a:ext cx="953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86" name="line-1530">
            <a:extLst xmlns:a="http://schemas.openxmlformats.org/drawingml/2006/main">
              <a:ext uri="{FF2B5EF4-FFF2-40B4-BE49-F238E27FC236}">
                <a16:creationId xmlns:a16="http://schemas.microsoft.com/office/drawing/2014/main" id="{5051F1AF-4555-4ABC-B5A1-F84DE05E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10200" y="4962525"/>
            <a:ext cx="21907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87" name="line-1531">
            <a:extLst xmlns:a="http://schemas.openxmlformats.org/drawingml/2006/main">
              <a:ext uri="{FF2B5EF4-FFF2-40B4-BE49-F238E27FC236}">
                <a16:creationId xmlns:a16="http://schemas.microsoft.com/office/drawing/2014/main" id="{EB19AF38-E010-4AE6-999C-555285FD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29275" y="4819650"/>
            <a:ext cx="2190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88" name="line-1532">
            <a:extLst xmlns:a="http://schemas.openxmlformats.org/drawingml/2006/main">
              <a:ext uri="{FF2B5EF4-FFF2-40B4-BE49-F238E27FC236}">
                <a16:creationId xmlns:a16="http://schemas.microsoft.com/office/drawing/2014/main" id="{83BF7DB0-4B9E-4EBF-BDB4-DA0B87C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48350" y="4819650"/>
            <a:ext cx="219075" cy="135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89" name="line-1533">
            <a:extLst xmlns:a="http://schemas.openxmlformats.org/drawingml/2006/main">
              <a:ext uri="{FF2B5EF4-FFF2-40B4-BE49-F238E27FC236}">
                <a16:creationId xmlns:a16="http://schemas.microsoft.com/office/drawing/2014/main" id="{D0911D9D-D7A9-459E-A669-0718C2A1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67425" y="4955381"/>
            <a:ext cx="219075" cy="7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90" name="shape-1534">
            <a:extLst xmlns:a="http://schemas.openxmlformats.org/drawingml/2006/main">
              <a:ext uri="{FF2B5EF4-FFF2-40B4-BE49-F238E27FC236}">
                <a16:creationId xmlns:a16="http://schemas.microsoft.com/office/drawing/2014/main" id="{814D64D3-D900-4096-A7D0-A57D9431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9245" y="50272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91" name="shape-1535">
            <a:extLst xmlns:a="http://schemas.openxmlformats.org/drawingml/2006/main">
              <a:ext uri="{FF2B5EF4-FFF2-40B4-BE49-F238E27FC236}">
                <a16:creationId xmlns:a16="http://schemas.microsoft.com/office/drawing/2014/main" id="{FB05613E-D5BB-4427-B03A-685A21BF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8320" y="49415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92" name="shape-1536">
            <a:extLst xmlns:a="http://schemas.openxmlformats.org/drawingml/2006/main">
              <a:ext uri="{FF2B5EF4-FFF2-40B4-BE49-F238E27FC236}">
                <a16:creationId xmlns:a16="http://schemas.microsoft.com/office/drawing/2014/main" id="{79A51393-4F92-417D-9F79-9F3785A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395" y="47986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93" name="shape-1537">
            <a:extLst xmlns:a="http://schemas.openxmlformats.org/drawingml/2006/main">
              <a:ext uri="{FF2B5EF4-FFF2-40B4-BE49-F238E27FC236}">
                <a16:creationId xmlns:a16="http://schemas.microsoft.com/office/drawing/2014/main" id="{ED93A0D2-3865-4510-A023-30BD8BAB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6470" y="493442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94" name="shape-1538">
            <a:extLst xmlns:a="http://schemas.openxmlformats.org/drawingml/2006/main">
              <a:ext uri="{FF2B5EF4-FFF2-40B4-BE49-F238E27FC236}">
                <a16:creationId xmlns:a16="http://schemas.microsoft.com/office/drawing/2014/main" id="{6B766956-329C-4CE3-8A11-E535A43E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5545" y="50130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95" name="line-1539">
            <a:extLst xmlns:a="http://schemas.openxmlformats.org/drawingml/2006/main">
              <a:ext uri="{FF2B5EF4-FFF2-40B4-BE49-F238E27FC236}">
                <a16:creationId xmlns:a16="http://schemas.microsoft.com/office/drawing/2014/main" id="{89D57CB3-9608-4A99-9643-47928407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5191125"/>
            <a:ext cx="876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96" name="line-1540">
            <a:extLst xmlns:a="http://schemas.openxmlformats.org/drawingml/2006/main">
              <a:ext uri="{FF2B5EF4-FFF2-40B4-BE49-F238E27FC236}">
                <a16:creationId xmlns:a16="http://schemas.microsoft.com/office/drawing/2014/main" id="{B23F8A8F-16A9-49B6-858A-48141B36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4762500"/>
            <a:ext cx="953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297" name="line-1541">
            <a:extLst xmlns:a="http://schemas.openxmlformats.org/drawingml/2006/main">
              <a:ext uri="{FF2B5EF4-FFF2-40B4-BE49-F238E27FC236}">
                <a16:creationId xmlns:a16="http://schemas.microsoft.com/office/drawing/2014/main" id="{77C9B385-D5A3-418F-B71C-C1D76AE3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77000" y="4991100"/>
            <a:ext cx="219075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298" name="line-1542">
            <a:extLst xmlns:a="http://schemas.openxmlformats.org/drawingml/2006/main">
              <a:ext uri="{FF2B5EF4-FFF2-40B4-BE49-F238E27FC236}">
                <a16:creationId xmlns:a16="http://schemas.microsoft.com/office/drawing/2014/main" id="{A996152F-C5F5-40B6-B854-6C94AD7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96075" y="4891088"/>
            <a:ext cx="219075" cy="1000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299" name="line-1543">
            <a:extLst xmlns:a="http://schemas.openxmlformats.org/drawingml/2006/main">
              <a:ext uri="{FF2B5EF4-FFF2-40B4-BE49-F238E27FC236}">
                <a16:creationId xmlns:a16="http://schemas.microsoft.com/office/drawing/2014/main" id="{2E2F1B52-CCFC-470C-8ECF-1CA7C67C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15150" y="4891088"/>
            <a:ext cx="21907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300" name="line-1544">
            <a:extLst xmlns:a="http://schemas.openxmlformats.org/drawingml/2006/main">
              <a:ext uri="{FF2B5EF4-FFF2-40B4-BE49-F238E27FC236}">
                <a16:creationId xmlns:a16="http://schemas.microsoft.com/office/drawing/2014/main" id="{D60E8C68-C52B-4E0D-BE9C-C3725D76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34225" y="4976813"/>
            <a:ext cx="219075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6F06"/>
            </a:solidFill>
            <a:prstDash val="solid"/>
          </a:ln>
        </p:spPr>
      </p:sp>
      <p:sp>
        <p:nvSpPr>
          <p:cNvPr id="301" name="shape-1545">
            <a:extLst xmlns:a="http://schemas.openxmlformats.org/drawingml/2006/main">
              <a:ext uri="{FF2B5EF4-FFF2-40B4-BE49-F238E27FC236}">
                <a16:creationId xmlns:a16="http://schemas.microsoft.com/office/drawing/2014/main" id="{C4D6D438-162A-457F-9C3C-9CC7079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6045" y="504158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302" name="shape-1546">
            <a:extLst xmlns:a="http://schemas.openxmlformats.org/drawingml/2006/main">
              <a:ext uri="{FF2B5EF4-FFF2-40B4-BE49-F238E27FC236}">
                <a16:creationId xmlns:a16="http://schemas.microsoft.com/office/drawing/2014/main" id="{96547F8E-D8A5-4EC7-8767-36B4A44C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120" y="4970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303" name="shape-1547">
            <a:extLst xmlns:a="http://schemas.openxmlformats.org/drawingml/2006/main">
              <a:ext uri="{FF2B5EF4-FFF2-40B4-BE49-F238E27FC236}">
                <a16:creationId xmlns:a16="http://schemas.microsoft.com/office/drawing/2014/main" id="{343B6E1A-92D0-41EE-928E-FD1155E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4195" y="487013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304" name="shape-1548">
            <a:extLst xmlns:a="http://schemas.openxmlformats.org/drawingml/2006/main">
              <a:ext uri="{FF2B5EF4-FFF2-40B4-BE49-F238E27FC236}">
                <a16:creationId xmlns:a16="http://schemas.microsoft.com/office/drawing/2014/main" id="{F758E330-D4FD-4E20-90A1-B940E3CC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3270" y="495585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305" name="shape-1549">
            <a:extLst xmlns:a="http://schemas.openxmlformats.org/drawingml/2006/main">
              <a:ext uri="{FF2B5EF4-FFF2-40B4-BE49-F238E27FC236}">
                <a16:creationId xmlns:a16="http://schemas.microsoft.com/office/drawing/2014/main" id="{E7EC8F62-E6B0-478B-9038-BACE7B21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2345" y="50272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306" name="shape-1550">
            <a:extLst xmlns:a="http://schemas.openxmlformats.org/drawingml/2006/main">
              <a:ext uri="{FF2B5EF4-FFF2-40B4-BE49-F238E27FC236}">
                <a16:creationId xmlns:a16="http://schemas.microsoft.com/office/drawing/2014/main" id="{46ADD31E-0510-4041-98F0-304770E7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3938" y="2452688"/>
            <a:ext cx="2524125" cy="2524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307" name="shape-1551">
            <a:extLst xmlns:a="http://schemas.openxmlformats.org/drawingml/2006/main">
              <a:ext uri="{FF2B5EF4-FFF2-40B4-BE49-F238E27FC236}">
                <a16:creationId xmlns:a16="http://schemas.microsoft.com/office/drawing/2014/main" id="{F370C63B-BE0E-433D-AFA7-7BCBC1D5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0144" y="2578894"/>
            <a:ext cx="2271713" cy="22717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308" name="shape-1552">
            <a:extLst xmlns:a="http://schemas.openxmlformats.org/drawingml/2006/main">
              <a:ext uri="{FF2B5EF4-FFF2-40B4-BE49-F238E27FC236}">
                <a16:creationId xmlns:a16="http://schemas.microsoft.com/office/drawing/2014/main" id="{8A1F6D84-2228-4582-8D1C-9E065919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2705100"/>
            <a:ext cx="2019300" cy="2019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309" name="shape-1553">
            <a:extLst xmlns:a="http://schemas.openxmlformats.org/drawingml/2006/main">
              <a:ext uri="{FF2B5EF4-FFF2-40B4-BE49-F238E27FC236}">
                <a16:creationId xmlns:a16="http://schemas.microsoft.com/office/drawing/2014/main" id="{14CDF36C-CAF0-4F45-B228-F1AA58A0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2556" y="2831306"/>
            <a:ext cx="1766888" cy="17668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310" name="shape-1554">
            <a:extLst xmlns:a="http://schemas.openxmlformats.org/drawingml/2006/main">
              <a:ext uri="{FF2B5EF4-FFF2-40B4-BE49-F238E27FC236}">
                <a16:creationId xmlns:a16="http://schemas.microsoft.com/office/drawing/2014/main" id="{5E0F1A58-C4E2-4726-9871-6C36B08E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8763" y="2957513"/>
            <a:ext cx="1514475" cy="15144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311" name="shape-1555">
            <a:extLst xmlns:a="http://schemas.openxmlformats.org/drawingml/2006/main">
              <a:ext uri="{FF2B5EF4-FFF2-40B4-BE49-F238E27FC236}">
                <a16:creationId xmlns:a16="http://schemas.microsoft.com/office/drawing/2014/main" id="{2FE7F6B6-551F-4EE7-93EA-347AC3E5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4969" y="3083719"/>
            <a:ext cx="1262063" cy="126206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312" name="shape-1556">
            <a:extLst xmlns:a="http://schemas.openxmlformats.org/drawingml/2006/main">
              <a:ext uri="{FF2B5EF4-FFF2-40B4-BE49-F238E27FC236}">
                <a16:creationId xmlns:a16="http://schemas.microsoft.com/office/drawing/2014/main" id="{E26DCFF7-6885-453D-B8E5-8D10AA7B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3209925"/>
            <a:ext cx="1009650" cy="1009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313" name="shape-1557">
            <a:extLst xmlns:a="http://schemas.openxmlformats.org/drawingml/2006/main">
              <a:ext uri="{FF2B5EF4-FFF2-40B4-BE49-F238E27FC236}">
                <a16:creationId xmlns:a16="http://schemas.microsoft.com/office/drawing/2014/main" id="{7F32BEE9-6349-4A5F-973D-6168D77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7381" y="3336131"/>
            <a:ext cx="757238" cy="7572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314" name="shape-1558">
            <a:extLst xmlns:a="http://schemas.openxmlformats.org/drawingml/2006/main">
              <a:ext uri="{FF2B5EF4-FFF2-40B4-BE49-F238E27FC236}">
                <a16:creationId xmlns:a16="http://schemas.microsoft.com/office/drawing/2014/main" id="{A0524616-5580-4770-A604-3A7F753D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3588" y="3462338"/>
            <a:ext cx="504825" cy="5048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315" name="shape-1559">
            <a:extLst xmlns:a="http://schemas.openxmlformats.org/drawingml/2006/main">
              <a:ext uri="{FF2B5EF4-FFF2-40B4-BE49-F238E27FC236}">
                <a16:creationId xmlns:a16="http://schemas.microsoft.com/office/drawing/2014/main" id="{03D77B65-4CB5-43D0-8E30-F9125A43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9794" y="3588544"/>
            <a:ext cx="252413" cy="25241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9CC"/>
            </a:solidFill>
            <a:prstDash val="solid"/>
          </a:ln>
        </p:spPr>
      </p:sp>
      <p:sp>
        <p:nvSpPr>
          <p:cNvPr id="316" name="text-1560">
            <a:extLst xmlns:a="http://schemas.openxmlformats.org/drawingml/2006/main">
              <a:ext uri="{FF2B5EF4-FFF2-40B4-BE49-F238E27FC236}">
                <a16:creationId xmlns:a16="http://schemas.microsoft.com/office/drawing/2014/main" id="{D921E653-BEB2-4FE5-B52B-958FC67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硬门阈值</a:t>
            </a:r>
          </a:p>
          <a:p xmlns:a="http://schemas.openxmlformats.org/drawingml/2006/main">
            <a:pPr algn="ctr">
              <a:defRPr sz="18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≥ 3 / 7</a:t>
            </a:r>
          </a:p>
        </p:txBody>
      </p:sp>
      <p:sp>
        <p:nvSpPr>
          <p:cNvPr id="317" name="shape-1561">
            <a:extLst xmlns:a="http://schemas.openxmlformats.org/drawingml/2006/main">
              <a:ext uri="{FF2B5EF4-FFF2-40B4-BE49-F238E27FC236}">
                <a16:creationId xmlns:a16="http://schemas.microsoft.com/office/drawing/2014/main" id="{ED5083B6-D9C1-487B-A6AE-4195DB72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1143000"/>
            <a:ext cx="1238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318" name="text-1562">
            <a:extLst xmlns:a="http://schemas.openxmlformats.org/drawingml/2006/main">
              <a:ext uri="{FF2B5EF4-FFF2-40B4-BE49-F238E27FC236}">
                <a16:creationId xmlns:a16="http://schemas.microsoft.com/office/drawing/2014/main" id="{B7ED8E1D-7EAF-47B5-963F-4079EA5D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001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19" name="shape-1563">
            <a:extLst xmlns:a="http://schemas.openxmlformats.org/drawingml/2006/main">
              <a:ext uri="{FF2B5EF4-FFF2-40B4-BE49-F238E27FC236}">
                <a16:creationId xmlns:a16="http://schemas.microsoft.com/office/drawing/2014/main" id="{01B2B758-5872-4600-954A-B1C5B0F1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96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20" name="text-1564">
            <a:extLst xmlns:a="http://schemas.openxmlformats.org/drawingml/2006/main">
              <a:ext uri="{FF2B5EF4-FFF2-40B4-BE49-F238E27FC236}">
                <a16:creationId xmlns:a16="http://schemas.microsoft.com/office/drawing/2014/main" id="{2A33E09F-20AD-4BBA-821F-E52D32DB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573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平均分段相关 ↑</a:t>
            </a:r>
          </a:p>
        </p:txBody>
      </p:sp>
      <p:sp>
        <p:nvSpPr>
          <p:cNvPr id="321" name="line-1565">
            <a:extLst xmlns:a="http://schemas.openxmlformats.org/drawingml/2006/main">
              <a:ext uri="{FF2B5EF4-FFF2-40B4-BE49-F238E27FC236}">
                <a16:creationId xmlns:a16="http://schemas.microsoft.com/office/drawing/2014/main" id="{A0668427-F7C9-4946-819E-3E991F20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1571625"/>
            <a:ext cx="953" cy="1221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322" name="shape-1566">
            <a:extLst xmlns:a="http://schemas.openxmlformats.org/drawingml/2006/main">
              <a:ext uri="{FF2B5EF4-FFF2-40B4-BE49-F238E27FC236}">
                <a16:creationId xmlns:a16="http://schemas.microsoft.com/office/drawing/2014/main" id="{A6E34732-EB70-4231-9E7D-A558E929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5125" y="1666875"/>
            <a:ext cx="1238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323" name="text-1567">
            <a:extLst xmlns:a="http://schemas.openxmlformats.org/drawingml/2006/main">
              <a:ext uri="{FF2B5EF4-FFF2-40B4-BE49-F238E27FC236}">
                <a16:creationId xmlns:a16="http://schemas.microsoft.com/office/drawing/2014/main" id="{49995FCE-E06A-44B3-8777-FAA7790D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524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4" name="shape-1568">
            <a:extLst xmlns:a="http://schemas.openxmlformats.org/drawingml/2006/main">
              <a:ext uri="{FF2B5EF4-FFF2-40B4-BE49-F238E27FC236}">
                <a16:creationId xmlns:a16="http://schemas.microsoft.com/office/drawing/2014/main" id="{03DED63C-19C4-447C-9D10-4EDC05C6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0900" y="148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325" name="text-1569">
            <a:extLst xmlns:a="http://schemas.openxmlformats.org/drawingml/2006/main">
              <a:ext uri="{FF2B5EF4-FFF2-40B4-BE49-F238E27FC236}">
                <a16:creationId xmlns:a16="http://schemas.microsoft.com/office/drawing/2014/main" id="{08B61264-6680-4FAF-89D7-193B113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981200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B-like 数量 ↓</a:t>
            </a:r>
          </a:p>
        </p:txBody>
      </p:sp>
      <p:sp>
        <p:nvSpPr>
          <p:cNvPr id="326" name="line-1570">
            <a:extLst xmlns:a="http://schemas.openxmlformats.org/drawingml/2006/main">
              <a:ext uri="{FF2B5EF4-FFF2-40B4-BE49-F238E27FC236}">
                <a16:creationId xmlns:a16="http://schemas.microsoft.com/office/drawing/2014/main" id="{B72100F1-9945-4553-B023-B8B1C953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438448" y="2095500"/>
            <a:ext cx="705802" cy="9229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327" name="shape-1571">
            <a:extLst xmlns:a="http://schemas.openxmlformats.org/drawingml/2006/main">
              <a:ext uri="{FF2B5EF4-FFF2-40B4-BE49-F238E27FC236}">
                <a16:creationId xmlns:a16="http://schemas.microsoft.com/office/drawing/2014/main" id="{876C9FC5-13A0-45F3-9BC8-C56385DF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3143250"/>
            <a:ext cx="1238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6B3E67"/>
            </a:solidFill>
            <a:prstDash val="solid"/>
          </a:ln>
        </p:spPr>
      </p:sp>
      <p:sp>
        <p:nvSpPr>
          <p:cNvPr id="328" name="text-1572">
            <a:extLst xmlns:a="http://schemas.openxmlformats.org/drawingml/2006/main">
              <a:ext uri="{FF2B5EF4-FFF2-40B4-BE49-F238E27FC236}">
                <a16:creationId xmlns:a16="http://schemas.microsoft.com/office/drawing/2014/main" id="{5B5B5F5F-0FAF-469B-9955-B645BA9E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0003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9" name="shape-1573">
            <a:extLst xmlns:a="http://schemas.openxmlformats.org/drawingml/2006/main">
              <a:ext uri="{FF2B5EF4-FFF2-40B4-BE49-F238E27FC236}">
                <a16:creationId xmlns:a16="http://schemas.microsoft.com/office/drawing/2014/main" id="{C7CA30AB-9A67-4B3F-B5F7-031A171B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9525" y="2962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330" name="text-1574">
            <a:extLst xmlns:a="http://schemas.openxmlformats.org/drawingml/2006/main">
              <a:ext uri="{FF2B5EF4-FFF2-40B4-BE49-F238E27FC236}">
                <a16:creationId xmlns:a16="http://schemas.microsoft.com/office/drawing/2014/main" id="{20428D9C-FEDE-4DC3-8065-A7C2C405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45757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传播模式减弱</a:t>
            </a:r>
          </a:p>
        </p:txBody>
      </p:sp>
      <p:sp>
        <p:nvSpPr>
          <p:cNvPr id="331" name="line-1575">
            <a:extLst xmlns:a="http://schemas.openxmlformats.org/drawingml/2006/main">
              <a:ext uri="{FF2B5EF4-FFF2-40B4-BE49-F238E27FC236}">
                <a16:creationId xmlns:a16="http://schemas.microsoft.com/office/drawing/2014/main" id="{C913BB27-EE57-457A-9480-25DCE7C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622756" y="3571875"/>
            <a:ext cx="950119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332" name="shape-1576">
            <a:extLst xmlns:a="http://schemas.openxmlformats.org/drawingml/2006/main">
              <a:ext uri="{FF2B5EF4-FFF2-40B4-BE49-F238E27FC236}">
                <a16:creationId xmlns:a16="http://schemas.microsoft.com/office/drawing/2014/main" id="{259540DE-A770-4DF6-87C8-0418EA48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4619625"/>
            <a:ext cx="1238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333" name="text-1577">
            <a:extLst xmlns:a="http://schemas.openxmlformats.org/drawingml/2006/main">
              <a:ext uri="{FF2B5EF4-FFF2-40B4-BE49-F238E27FC236}">
                <a16:creationId xmlns:a16="http://schemas.microsoft.com/office/drawing/2014/main" id="{FEE3CB31-DD96-418D-9E30-50B049BD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4" name="shape-1578">
            <a:extLst xmlns:a="http://schemas.openxmlformats.org/drawingml/2006/main">
              <a:ext uri="{FF2B5EF4-FFF2-40B4-BE49-F238E27FC236}">
                <a16:creationId xmlns:a16="http://schemas.microsoft.com/office/drawing/2014/main" id="{5E48A683-FD3E-4EC5-B9CD-94E426D4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0" y="4438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335" name="text-1579">
            <a:extLst xmlns:a="http://schemas.openxmlformats.org/drawingml/2006/main">
              <a:ext uri="{FF2B5EF4-FFF2-40B4-BE49-F238E27FC236}">
                <a16:creationId xmlns:a16="http://schemas.microsoft.com/office/drawing/2014/main" id="{4D9007BC-E153-40FE-B74F-DFF8A806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933950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|lag| → 0</a:t>
            </a:r>
          </a:p>
        </p:txBody>
      </p:sp>
      <p:sp>
        <p:nvSpPr>
          <p:cNvPr id="336" name="line-1580">
            <a:extLst xmlns:a="http://schemas.openxmlformats.org/drawingml/2006/main">
              <a:ext uri="{FF2B5EF4-FFF2-40B4-BE49-F238E27FC236}">
                <a16:creationId xmlns:a16="http://schemas.microsoft.com/office/drawing/2014/main" id="{70428511-8728-4C39-896E-5ED09E8F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97490" y="4288155"/>
            <a:ext cx="651510" cy="7600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337" name="shape-1581">
            <a:extLst xmlns:a="http://schemas.openxmlformats.org/drawingml/2006/main">
              <a:ext uri="{FF2B5EF4-FFF2-40B4-BE49-F238E27FC236}">
                <a16:creationId xmlns:a16="http://schemas.microsoft.com/office/drawing/2014/main" id="{B8CA144F-68C2-430C-A707-F814FF3F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5143500"/>
            <a:ext cx="1238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6B3E67"/>
            </a:solidFill>
            <a:prstDash val="solid"/>
          </a:ln>
        </p:spPr>
      </p:sp>
      <p:sp>
        <p:nvSpPr>
          <p:cNvPr id="338" name="text-1582">
            <a:extLst xmlns:a="http://schemas.openxmlformats.org/drawingml/2006/main">
              <a:ext uri="{FF2B5EF4-FFF2-40B4-BE49-F238E27FC236}">
                <a16:creationId xmlns:a16="http://schemas.microsoft.com/office/drawing/2014/main" id="{B9CD20B9-7EEE-4660-98D8-B9492C3E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0006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9" name="shape-1583">
            <a:extLst xmlns:a="http://schemas.openxmlformats.org/drawingml/2006/main">
              <a:ext uri="{FF2B5EF4-FFF2-40B4-BE49-F238E27FC236}">
                <a16:creationId xmlns:a16="http://schemas.microsoft.com/office/drawing/2014/main" id="{2FD5D56D-B365-44C6-96B3-386B5011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4962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340" name="text-1584">
            <a:extLst xmlns:a="http://schemas.openxmlformats.org/drawingml/2006/main">
              <a:ext uri="{FF2B5EF4-FFF2-40B4-BE49-F238E27FC236}">
                <a16:creationId xmlns:a16="http://schemas.microsoft.com/office/drawing/2014/main" id="{51A7BB17-EFBE-4D1A-8FCF-BBFEC4C6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45782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整条相关稳定</a:t>
            </a:r>
          </a:p>
        </p:txBody>
      </p:sp>
      <p:sp>
        <p:nvSpPr>
          <p:cNvPr id="341" name="line-1585">
            <a:extLst xmlns:a="http://schemas.openxmlformats.org/drawingml/2006/main">
              <a:ext uri="{FF2B5EF4-FFF2-40B4-BE49-F238E27FC236}">
                <a16:creationId xmlns:a16="http://schemas.microsoft.com/office/drawing/2014/main" id="{86A41442-9D2B-4D5E-BCCC-533634D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67875" y="4513421"/>
            <a:ext cx="135731" cy="10587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342" name="shape-1586">
            <a:extLst xmlns:a="http://schemas.openxmlformats.org/drawingml/2006/main">
              <a:ext uri="{FF2B5EF4-FFF2-40B4-BE49-F238E27FC236}">
                <a16:creationId xmlns:a16="http://schemas.microsoft.com/office/drawing/2014/main" id="{F7819F7E-15F3-402C-B040-35C12D3D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4333875"/>
            <a:ext cx="1238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343" name="text-1587">
            <a:extLst xmlns:a="http://schemas.openxmlformats.org/drawingml/2006/main">
              <a:ext uri="{FF2B5EF4-FFF2-40B4-BE49-F238E27FC236}">
                <a16:creationId xmlns:a16="http://schemas.microsoft.com/office/drawing/2014/main" id="{CBED717E-13F7-49D7-B610-64509E21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4" name="shape-1588">
            <a:extLst xmlns:a="http://schemas.openxmlformats.org/drawingml/2006/main">
              <a:ext uri="{FF2B5EF4-FFF2-40B4-BE49-F238E27FC236}">
                <a16:creationId xmlns:a16="http://schemas.microsoft.com/office/drawing/2014/main" id="{A249B6A9-8141-449F-93A3-DCD93554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45" name="text-1589">
            <a:extLst xmlns:a="http://schemas.openxmlformats.org/drawingml/2006/main">
              <a:ext uri="{FF2B5EF4-FFF2-40B4-BE49-F238E27FC236}">
                <a16:creationId xmlns:a16="http://schemas.microsoft.com/office/drawing/2014/main" id="{8C19ACF6-19A6-47B1-9E28-8878F9CA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648200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边界相关 ↑</a:t>
            </a:r>
          </a:p>
        </p:txBody>
      </p:sp>
      <p:sp>
        <p:nvSpPr>
          <p:cNvPr id="346" name="line-1590">
            <a:extLst xmlns:a="http://schemas.openxmlformats.org/drawingml/2006/main">
              <a:ext uri="{FF2B5EF4-FFF2-40B4-BE49-F238E27FC236}">
                <a16:creationId xmlns:a16="http://schemas.microsoft.com/office/drawing/2014/main" id="{9C1E775B-562E-4F0B-A8D3-E79D75C8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29625" y="4165283"/>
            <a:ext cx="841534" cy="5972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347" name="shape-1591">
            <a:extLst xmlns:a="http://schemas.openxmlformats.org/drawingml/2006/main">
              <a:ext uri="{FF2B5EF4-FFF2-40B4-BE49-F238E27FC236}">
                <a16:creationId xmlns:a16="http://schemas.microsoft.com/office/drawing/2014/main" id="{7534829D-0E0B-4675-9D32-98241B6E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190750"/>
            <a:ext cx="1238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348" name="text-1592">
            <a:extLst xmlns:a="http://schemas.openxmlformats.org/drawingml/2006/main">
              <a:ext uri="{FF2B5EF4-FFF2-40B4-BE49-F238E27FC236}">
                <a16:creationId xmlns:a16="http://schemas.microsoft.com/office/drawing/2014/main" id="{C87B5206-D21E-4680-A6FD-FCBB77E0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478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49" name="shape-1593">
            <a:extLst xmlns:a="http://schemas.openxmlformats.org/drawingml/2006/main">
              <a:ext uri="{FF2B5EF4-FFF2-40B4-BE49-F238E27FC236}">
                <a16:creationId xmlns:a16="http://schemas.microsoft.com/office/drawing/2014/main" id="{DC3ED816-E182-44B2-8F8C-A68E601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77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350" name="text-1594">
            <a:extLst xmlns:a="http://schemas.openxmlformats.org/drawingml/2006/main">
              <a:ext uri="{FF2B5EF4-FFF2-40B4-BE49-F238E27FC236}">
                <a16:creationId xmlns:a16="http://schemas.microsoft.com/office/drawing/2014/main" id="{D0290902-CF4E-46C3-B759-F1026BC4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05075"/>
            <a:ext cx="102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不制造新强</a:t>
            </a:r>
          </a:p>
          <a:p xmlns:a="http://schemas.openxmlformats.org/drawingml/2006/main">
            <a:pPr algn="ctr">
              <a:def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B-like</a:t>
            </a:r>
          </a:p>
        </p:txBody>
      </p:sp>
      <p:sp>
        <p:nvSpPr>
          <p:cNvPr id="351" name="line-1595">
            <a:extLst xmlns:a="http://schemas.openxmlformats.org/drawingml/2006/main">
              <a:ext uri="{FF2B5EF4-FFF2-40B4-BE49-F238E27FC236}">
                <a16:creationId xmlns:a16="http://schemas.microsoft.com/office/drawing/2014/main" id="{72CA151C-FE73-490F-A42E-F03E645A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25" y="2619375"/>
            <a:ext cx="950119" cy="6243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6BA"/>
            </a:solidFill>
            <a:prstDash val="dash"/>
          </a:ln>
        </p:spPr>
      </p:sp>
      <p:sp>
        <p:nvSpPr>
          <p:cNvPr id="352" name="shape-1596">
            <a:extLst xmlns:a="http://schemas.openxmlformats.org/drawingml/2006/main">
              <a:ext uri="{FF2B5EF4-FFF2-40B4-BE49-F238E27FC236}">
                <a16:creationId xmlns:a16="http://schemas.microsoft.com/office/drawing/2014/main" id="{7E3801AE-E234-462A-B0E6-49F2387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810250"/>
            <a:ext cx="3143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53" name="text-1597">
            <a:extLst xmlns:a="http://schemas.openxmlformats.org/drawingml/2006/main">
              <a:ext uri="{FF2B5EF4-FFF2-40B4-BE49-F238E27FC236}">
                <a16:creationId xmlns:a16="http://schemas.microsoft.com/office/drawing/2014/main" id="{BC7A9585-1E6B-4EB5-BE03-6787D92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8864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硬门：≥ 3 / 7</a:t>
            </a:r>
          </a:p>
        </p:txBody>
      </p:sp>
      <p:sp>
        <p:nvSpPr>
          <p:cNvPr id="354" name="text-1598">
            <a:extLst xmlns:a="http://schemas.openxmlformats.org/drawingml/2006/main">
              <a:ext uri="{FF2B5EF4-FFF2-40B4-BE49-F238E27FC236}">
                <a16:creationId xmlns:a16="http://schemas.microsoft.com/office/drawing/2014/main" id="{EE8B2227-BDC1-4E73-866A-6CEAE8B3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8864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排序：通过硬门后计算</a:t>
            </a:r>
          </a:p>
        </p:txBody>
      </p:sp>
      <p:sp>
        <p:nvSpPr>
          <p:cNvPr id="355" name="text-1599">
            <a:extLst xmlns:a="http://schemas.openxmlformats.org/drawingml/2006/main">
              <a:ext uri="{FF2B5EF4-FFF2-40B4-BE49-F238E27FC236}">
                <a16:creationId xmlns:a16="http://schemas.microsoft.com/office/drawing/2014/main" id="{4F4D96E7-95B2-48EC-896F-4E53A401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38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probabilityLike：候选池内相对权重</a:t>
            </a:r>
          </a:p>
        </p:txBody>
      </p:sp>
    </p:spTree>
    <p:extLst>
      <p:ext uri="{BB962C8B-B14F-4D97-AF65-F5344CB8AC3E}">
        <p14:creationId xmlns:p14="http://schemas.microsoft.com/office/powerpoint/2010/main" val="1096552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f89f3a0834518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61937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shape-1600">
            <a:extLst xmlns:a="http://schemas.openxmlformats.org/drawingml/2006/main">
              <a:ext uri="{FF2B5EF4-FFF2-40B4-BE49-F238E27FC236}">
                <a16:creationId xmlns:a16="http://schemas.microsoft.com/office/drawing/2014/main" id="{88A373E6-8D13-438D-8BFA-B9BD918F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91250"/>
            <a:ext cx="409575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E7DE"/>
          </a:solidFill>
          <a:ln xmlns:a="http://schemas.openxmlformats.org/drawingml/2006/main" w="1905">
            <a:solidFill>
              <a:srgbClr val="E5E7DE"/>
            </a:solidFill>
            <a:prstDash val="solid"/>
          </a:ln>
        </p:spPr>
      </p:sp>
      <p:sp>
        <p:nvSpPr>
          <p:cNvPr id="3" name="shape-1601">
            <a:extLst xmlns:a="http://schemas.openxmlformats.org/drawingml/2006/main">
              <a:ext uri="{FF2B5EF4-FFF2-40B4-BE49-F238E27FC236}">
                <a16:creationId xmlns:a16="http://schemas.microsoft.com/office/drawing/2014/main" id="{9E9FD59E-4DD4-4113-B46C-70D52C77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143625"/>
            <a:ext cx="5810250" cy="714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CE9E0"/>
          </a:solidFill>
          <a:ln xmlns:a="http://schemas.openxmlformats.org/drawingml/2006/main" w="1905">
            <a:solidFill>
              <a:srgbClr val="ECE9E0"/>
            </a:solidFill>
            <a:prstDash val="solid"/>
          </a:ln>
        </p:spPr>
      </p:sp>
      <p:sp>
        <p:nvSpPr>
          <p:cNvPr id="4" name="shape-1602">
            <a:extLst xmlns:a="http://schemas.openxmlformats.org/drawingml/2006/main">
              <a:ext uri="{FF2B5EF4-FFF2-40B4-BE49-F238E27FC236}">
                <a16:creationId xmlns:a16="http://schemas.microsoft.com/office/drawing/2014/main" id="{0D07DF36-0D34-4D33-A80B-F00936AF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191250"/>
            <a:ext cx="457200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E4DA"/>
          </a:solidFill>
          <a:ln xmlns:a="http://schemas.openxmlformats.org/drawingml/2006/main" w="1905">
            <a:solidFill>
              <a:srgbClr val="E1E4DA"/>
            </a:solidFill>
            <a:prstDash val="solid"/>
          </a:ln>
        </p:spPr>
      </p:sp>
      <p:sp>
        <p:nvSpPr>
          <p:cNvPr id="5" name="line-1603">
            <a:extLst xmlns:a="http://schemas.openxmlformats.org/drawingml/2006/main">
              <a:ext uri="{FF2B5EF4-FFF2-40B4-BE49-F238E27FC236}">
                <a16:creationId xmlns:a16="http://schemas.microsoft.com/office/drawing/2014/main" id="{BA632748-0B08-4CE7-8745-FA91F5AC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6667500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" name="shape-1604">
            <a:extLst xmlns:a="http://schemas.openxmlformats.org/drawingml/2006/main">
              <a:ext uri="{FF2B5EF4-FFF2-40B4-BE49-F238E27FC236}">
                <a16:creationId xmlns:a16="http://schemas.microsoft.com/office/drawing/2014/main" id="{4050FAF1-DE02-4C1E-A293-977887BA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" y="6646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" name="line-1605">
            <a:extLst xmlns:a="http://schemas.openxmlformats.org/drawingml/2006/main">
              <a:ext uri="{FF2B5EF4-FFF2-40B4-BE49-F238E27FC236}">
                <a16:creationId xmlns:a16="http://schemas.microsoft.com/office/drawing/2014/main" id="{4B52E8F9-4281-40C5-8958-03339B31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5055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8" name="shape-1606">
            <a:extLst xmlns:a="http://schemas.openxmlformats.org/drawingml/2006/main">
              <a:ext uri="{FF2B5EF4-FFF2-40B4-BE49-F238E27FC236}">
                <a16:creationId xmlns:a16="http://schemas.microsoft.com/office/drawing/2014/main" id="{459778F8-6295-44A5-8B39-CF1AEE12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" y="64941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9" name="line-1607">
            <a:extLst xmlns:a="http://schemas.openxmlformats.org/drawingml/2006/main">
              <a:ext uri="{FF2B5EF4-FFF2-40B4-BE49-F238E27FC236}">
                <a16:creationId xmlns:a16="http://schemas.microsoft.com/office/drawing/2014/main" id="{97848235-0B5F-4B8D-AC15-F276D31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6343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0" name="shape-1608">
            <a:extLst xmlns:a="http://schemas.openxmlformats.org/drawingml/2006/main">
              <a:ext uri="{FF2B5EF4-FFF2-40B4-BE49-F238E27FC236}">
                <a16:creationId xmlns:a16="http://schemas.microsoft.com/office/drawing/2014/main" id="{F90E67E6-5F95-40DD-A75F-5EF5C3AD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" y="63322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1" name="line-1609">
            <a:extLst xmlns:a="http://schemas.openxmlformats.org/drawingml/2006/main">
              <a:ext uri="{FF2B5EF4-FFF2-40B4-BE49-F238E27FC236}">
                <a16:creationId xmlns:a16="http://schemas.microsoft.com/office/drawing/2014/main" id="{ED754994-0BFE-4D69-9484-2FDBA847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61817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2" name="shape-1610">
            <a:extLst xmlns:a="http://schemas.openxmlformats.org/drawingml/2006/main">
              <a:ext uri="{FF2B5EF4-FFF2-40B4-BE49-F238E27FC236}">
                <a16:creationId xmlns:a16="http://schemas.microsoft.com/office/drawing/2014/main" id="{3DF77DD1-E04A-4891-B5A0-80C0E589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" y="6170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3" name="line-1611">
            <a:extLst xmlns:a="http://schemas.openxmlformats.org/drawingml/2006/main">
              <a:ext uri="{FF2B5EF4-FFF2-40B4-BE49-F238E27FC236}">
                <a16:creationId xmlns:a16="http://schemas.microsoft.com/office/drawing/2014/main" id="{A36919AF-2A27-4706-8FB4-33F9F6A0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6534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4" name="shape-1612">
            <a:extLst xmlns:a="http://schemas.openxmlformats.org/drawingml/2006/main">
              <a:ext uri="{FF2B5EF4-FFF2-40B4-BE49-F238E27FC236}">
                <a16:creationId xmlns:a16="http://schemas.microsoft.com/office/drawing/2014/main" id="{8B00BAD4-5965-47ED-B33E-C9AFCBB8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65227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5" name="line-1613">
            <a:extLst xmlns:a="http://schemas.openxmlformats.org/drawingml/2006/main">
              <a:ext uri="{FF2B5EF4-FFF2-40B4-BE49-F238E27FC236}">
                <a16:creationId xmlns:a16="http://schemas.microsoft.com/office/drawing/2014/main" id="{4A5F98B7-D27E-4E4B-A519-B0CA71CE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6372225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6" name="shape-1614">
            <a:extLst xmlns:a="http://schemas.openxmlformats.org/drawingml/2006/main">
              <a:ext uri="{FF2B5EF4-FFF2-40B4-BE49-F238E27FC236}">
                <a16:creationId xmlns:a16="http://schemas.microsoft.com/office/drawing/2014/main" id="{CD93E8B3-65EE-4226-8E56-F6E23247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545" y="63512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" name="line-1615">
            <a:extLst xmlns:a="http://schemas.openxmlformats.org/drawingml/2006/main">
              <a:ext uri="{FF2B5EF4-FFF2-40B4-BE49-F238E27FC236}">
                <a16:creationId xmlns:a16="http://schemas.microsoft.com/office/drawing/2014/main" id="{DF9B8842-A85F-4754-AB1C-4C1F5EA4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621030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8" name="shape-1616">
            <a:extLst xmlns:a="http://schemas.openxmlformats.org/drawingml/2006/main">
              <a:ext uri="{FF2B5EF4-FFF2-40B4-BE49-F238E27FC236}">
                <a16:creationId xmlns:a16="http://schemas.microsoft.com/office/drawing/2014/main" id="{FF8F3120-A714-4282-8F82-9C5BE4E3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61988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9" name="line-1617">
            <a:extLst xmlns:a="http://schemas.openxmlformats.org/drawingml/2006/main">
              <a:ext uri="{FF2B5EF4-FFF2-40B4-BE49-F238E27FC236}">
                <a16:creationId xmlns:a16="http://schemas.microsoft.com/office/drawing/2014/main" id="{F6584807-216F-40EB-A2FE-178E1CC1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65627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0" name="shape-1618">
            <a:extLst xmlns:a="http://schemas.openxmlformats.org/drawingml/2006/main">
              <a:ext uri="{FF2B5EF4-FFF2-40B4-BE49-F238E27FC236}">
                <a16:creationId xmlns:a16="http://schemas.microsoft.com/office/drawing/2014/main" id="{7419CACB-ACC8-484E-93B1-A4435972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6551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1" name="line-1619">
            <a:extLst xmlns:a="http://schemas.openxmlformats.org/drawingml/2006/main">
              <a:ext uri="{FF2B5EF4-FFF2-40B4-BE49-F238E27FC236}">
                <a16:creationId xmlns:a16="http://schemas.microsoft.com/office/drawing/2014/main" id="{04387494-0D26-46FB-8EDE-020C4B33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64008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" name="shape-1620">
            <a:extLst xmlns:a="http://schemas.openxmlformats.org/drawingml/2006/main">
              <a:ext uri="{FF2B5EF4-FFF2-40B4-BE49-F238E27FC236}">
                <a16:creationId xmlns:a16="http://schemas.microsoft.com/office/drawing/2014/main" id="{A35096C3-133A-4A74-8E25-4AAEE0C7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920" y="63893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3" name="line-1621">
            <a:extLst xmlns:a="http://schemas.openxmlformats.org/drawingml/2006/main">
              <a:ext uri="{FF2B5EF4-FFF2-40B4-BE49-F238E27FC236}">
                <a16:creationId xmlns:a16="http://schemas.microsoft.com/office/drawing/2014/main" id="{F0947E54-5BBC-4E46-AAF1-0B3977F1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62388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" name="shape-1622">
            <a:extLst xmlns:a="http://schemas.openxmlformats.org/drawingml/2006/main">
              <a:ext uri="{FF2B5EF4-FFF2-40B4-BE49-F238E27FC236}">
                <a16:creationId xmlns:a16="http://schemas.microsoft.com/office/drawing/2014/main" id="{741F5718-782B-44C8-A829-9389A3F2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0" y="6227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5" name="line-1623">
            <a:extLst xmlns:a="http://schemas.openxmlformats.org/drawingml/2006/main">
              <a:ext uri="{FF2B5EF4-FFF2-40B4-BE49-F238E27FC236}">
                <a16:creationId xmlns:a16="http://schemas.microsoft.com/office/drawing/2014/main" id="{6CF85FAE-A7CF-4056-B854-A0538140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6591300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6" name="shape-1624">
            <a:extLst xmlns:a="http://schemas.openxmlformats.org/drawingml/2006/main">
              <a:ext uri="{FF2B5EF4-FFF2-40B4-BE49-F238E27FC236}">
                <a16:creationId xmlns:a16="http://schemas.microsoft.com/office/drawing/2014/main" id="{70E6B30B-BFFE-4C6C-B5AB-A73C630D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65703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7" name="line-1625">
            <a:extLst xmlns:a="http://schemas.openxmlformats.org/drawingml/2006/main">
              <a:ext uri="{FF2B5EF4-FFF2-40B4-BE49-F238E27FC236}">
                <a16:creationId xmlns:a16="http://schemas.microsoft.com/office/drawing/2014/main" id="{AB8E480F-8F29-483D-9595-BECD5396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64293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" name="shape-1626">
            <a:extLst xmlns:a="http://schemas.openxmlformats.org/drawingml/2006/main">
              <a:ext uri="{FF2B5EF4-FFF2-40B4-BE49-F238E27FC236}">
                <a16:creationId xmlns:a16="http://schemas.microsoft.com/office/drawing/2014/main" id="{3D0EB64C-2646-49FF-B31D-C04D4CF6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4179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9" name="line-1627">
            <a:extLst xmlns:a="http://schemas.openxmlformats.org/drawingml/2006/main">
              <a:ext uri="{FF2B5EF4-FFF2-40B4-BE49-F238E27FC236}">
                <a16:creationId xmlns:a16="http://schemas.microsoft.com/office/drawing/2014/main" id="{BEBCB29F-AA70-4B44-A1D1-F88F0577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26745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" name="shape-1628">
            <a:extLst xmlns:a="http://schemas.openxmlformats.org/drawingml/2006/main">
              <a:ext uri="{FF2B5EF4-FFF2-40B4-BE49-F238E27FC236}">
                <a16:creationId xmlns:a16="http://schemas.microsoft.com/office/drawing/2014/main" id="{13B57C1B-F3A5-4AB0-8173-9FCDEAD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720" y="6256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1" name="line-1629">
            <a:extLst xmlns:a="http://schemas.openxmlformats.org/drawingml/2006/main">
              <a:ext uri="{FF2B5EF4-FFF2-40B4-BE49-F238E27FC236}">
                <a16:creationId xmlns:a16="http://schemas.microsoft.com/office/drawing/2014/main" id="{3AB70D6C-4932-49C1-B6B4-D00457EB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91100" y="661987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" name="shape-1630">
            <a:extLst xmlns:a="http://schemas.openxmlformats.org/drawingml/2006/main">
              <a:ext uri="{FF2B5EF4-FFF2-40B4-BE49-F238E27FC236}">
                <a16:creationId xmlns:a16="http://schemas.microsoft.com/office/drawing/2014/main" id="{4B4CCE46-1A7F-49AC-B2FF-293343A2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670" y="6608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3" name="line-1631">
            <a:extLst xmlns:a="http://schemas.openxmlformats.org/drawingml/2006/main">
              <a:ext uri="{FF2B5EF4-FFF2-40B4-BE49-F238E27FC236}">
                <a16:creationId xmlns:a16="http://schemas.microsoft.com/office/drawing/2014/main" id="{2463B085-F072-41B1-89FD-CEBACB89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6457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" name="shape-1632">
            <a:extLst xmlns:a="http://schemas.openxmlformats.org/drawingml/2006/main">
              <a:ext uri="{FF2B5EF4-FFF2-40B4-BE49-F238E27FC236}">
                <a16:creationId xmlns:a16="http://schemas.microsoft.com/office/drawing/2014/main" id="{CA5C3500-B2C4-49E2-90F7-2CFBF84E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620" y="64465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5" name="line-1633">
            <a:extLst xmlns:a="http://schemas.openxmlformats.org/drawingml/2006/main">
              <a:ext uri="{FF2B5EF4-FFF2-40B4-BE49-F238E27FC236}">
                <a16:creationId xmlns:a16="http://schemas.microsoft.com/office/drawing/2014/main" id="{1D6A62C4-EBC0-4F9F-84EA-93D21D38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6296025"/>
            <a:ext cx="953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36" name="shape-1634">
            <a:extLst xmlns:a="http://schemas.openxmlformats.org/drawingml/2006/main">
              <a:ext uri="{FF2B5EF4-FFF2-40B4-BE49-F238E27FC236}">
                <a16:creationId xmlns:a16="http://schemas.microsoft.com/office/drawing/2014/main" id="{A38366F3-9BBC-4F2B-8D19-708FDE8F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045" y="6275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7" name="line-1635">
            <a:extLst xmlns:a="http://schemas.openxmlformats.org/drawingml/2006/main">
              <a:ext uri="{FF2B5EF4-FFF2-40B4-BE49-F238E27FC236}">
                <a16:creationId xmlns:a16="http://schemas.microsoft.com/office/drawing/2014/main" id="{70D63539-0BAB-4841-BFE4-5ECC4484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66484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" name="shape-1636">
            <a:extLst xmlns:a="http://schemas.openxmlformats.org/drawingml/2006/main">
              <a:ext uri="{FF2B5EF4-FFF2-40B4-BE49-F238E27FC236}">
                <a16:creationId xmlns:a16="http://schemas.microsoft.com/office/drawing/2014/main" id="{4E33F084-A626-4D5E-BADA-911DFDD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520" y="6637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9" name="line-1637">
            <a:extLst xmlns:a="http://schemas.openxmlformats.org/drawingml/2006/main">
              <a:ext uri="{FF2B5EF4-FFF2-40B4-BE49-F238E27FC236}">
                <a16:creationId xmlns:a16="http://schemas.microsoft.com/office/drawing/2014/main" id="{8AC6756E-3C45-4ED7-B1CE-65C3E91C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64865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" name="shape-1638">
            <a:extLst xmlns:a="http://schemas.openxmlformats.org/drawingml/2006/main">
              <a:ext uri="{FF2B5EF4-FFF2-40B4-BE49-F238E27FC236}">
                <a16:creationId xmlns:a16="http://schemas.microsoft.com/office/drawing/2014/main" id="{45AE3850-4E04-4B3A-9A86-AAA0F81D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470" y="64750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1" name="line-1639">
            <a:extLst xmlns:a="http://schemas.openxmlformats.org/drawingml/2006/main">
              <a:ext uri="{FF2B5EF4-FFF2-40B4-BE49-F238E27FC236}">
                <a16:creationId xmlns:a16="http://schemas.microsoft.com/office/drawing/2014/main" id="{AF584CC6-E4B5-44AE-BA44-9BA2ED40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6324600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" name="shape-1640">
            <a:extLst xmlns:a="http://schemas.openxmlformats.org/drawingml/2006/main">
              <a:ext uri="{FF2B5EF4-FFF2-40B4-BE49-F238E27FC236}">
                <a16:creationId xmlns:a16="http://schemas.microsoft.com/office/drawing/2014/main" id="{6F2343CF-9399-4DE6-82E8-10FA2BC1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63131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3" name="line-1641">
            <a:extLst xmlns:a="http://schemas.openxmlformats.org/drawingml/2006/main">
              <a:ext uri="{FF2B5EF4-FFF2-40B4-BE49-F238E27FC236}">
                <a16:creationId xmlns:a16="http://schemas.microsoft.com/office/drawing/2014/main" id="{8F886717-EAB0-410F-951B-EF89059A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6162675"/>
            <a:ext cx="953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4" name="shape-1642">
            <a:extLst xmlns:a="http://schemas.openxmlformats.org/drawingml/2006/main">
              <a:ext uri="{FF2B5EF4-FFF2-40B4-BE49-F238E27FC236}">
                <a16:creationId xmlns:a16="http://schemas.microsoft.com/office/drawing/2014/main" id="{591DED9C-4B72-457E-8192-29302EA8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370" y="6151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5" name="line-1643">
            <a:extLst xmlns:a="http://schemas.openxmlformats.org/drawingml/2006/main">
              <a:ext uri="{FF2B5EF4-FFF2-40B4-BE49-F238E27FC236}">
                <a16:creationId xmlns:a16="http://schemas.microsoft.com/office/drawing/2014/main" id="{1073439C-4C13-4C38-9F4F-353883C3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515100"/>
            <a:ext cx="953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46" name="shape-1644">
            <a:extLst xmlns:a="http://schemas.openxmlformats.org/drawingml/2006/main">
              <a:ext uri="{FF2B5EF4-FFF2-40B4-BE49-F238E27FC236}">
                <a16:creationId xmlns:a16="http://schemas.microsoft.com/office/drawing/2014/main" id="{6C2C7FE5-8BD8-4F07-BE19-D3B10390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795" y="6494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47" name="line-1645">
            <a:extLst xmlns:a="http://schemas.openxmlformats.org/drawingml/2006/main">
              <a:ext uri="{FF2B5EF4-FFF2-40B4-BE49-F238E27FC236}">
                <a16:creationId xmlns:a16="http://schemas.microsoft.com/office/drawing/2014/main" id="{21B0324D-2394-47E4-838A-8830472B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3531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8" name="shape-1646">
            <a:extLst xmlns:a="http://schemas.openxmlformats.org/drawingml/2006/main">
              <a:ext uri="{FF2B5EF4-FFF2-40B4-BE49-F238E27FC236}">
                <a16:creationId xmlns:a16="http://schemas.microsoft.com/office/drawing/2014/main" id="{4AF74D8A-79A9-4143-94C7-4B560BAA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270" y="63417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9" name="line-1647">
            <a:extLst xmlns:a="http://schemas.openxmlformats.org/drawingml/2006/main">
              <a:ext uri="{FF2B5EF4-FFF2-40B4-BE49-F238E27FC236}">
                <a16:creationId xmlns:a16="http://schemas.microsoft.com/office/drawing/2014/main" id="{AFAE1B90-7924-405F-B777-7CD5271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48650" y="61912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0" name="shape-1648">
            <a:extLst xmlns:a="http://schemas.openxmlformats.org/drawingml/2006/main">
              <a:ext uri="{FF2B5EF4-FFF2-40B4-BE49-F238E27FC236}">
                <a16:creationId xmlns:a16="http://schemas.microsoft.com/office/drawing/2014/main" id="{9C6D1732-EE0E-4436-AED5-19AE53A2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220" y="6179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1" name="line-1649">
            <a:extLst xmlns:a="http://schemas.openxmlformats.org/drawingml/2006/main">
              <a:ext uri="{FF2B5EF4-FFF2-40B4-BE49-F238E27FC236}">
                <a16:creationId xmlns:a16="http://schemas.microsoft.com/office/drawing/2014/main" id="{1FD4A2B3-7840-426C-A73F-29E13696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654367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2" name="shape-1650">
            <a:extLst xmlns:a="http://schemas.openxmlformats.org/drawingml/2006/main">
              <a:ext uri="{FF2B5EF4-FFF2-40B4-BE49-F238E27FC236}">
                <a16:creationId xmlns:a16="http://schemas.microsoft.com/office/drawing/2014/main" id="{2CC97C58-1227-4BFA-A5DF-C5906908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170" y="6532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3" name="line-1651">
            <a:extLst xmlns:a="http://schemas.openxmlformats.org/drawingml/2006/main">
              <a:ext uri="{FF2B5EF4-FFF2-40B4-BE49-F238E27FC236}">
                <a16:creationId xmlns:a16="http://schemas.microsoft.com/office/drawing/2014/main" id="{50066FA3-2C20-49A5-A995-09F15142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72550" y="63817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4" name="shape-1652">
            <a:extLst xmlns:a="http://schemas.openxmlformats.org/drawingml/2006/main">
              <a:ext uri="{FF2B5EF4-FFF2-40B4-BE49-F238E27FC236}">
                <a16:creationId xmlns:a16="http://schemas.microsoft.com/office/drawing/2014/main" id="{836AA192-6C49-4FBD-8401-51020EBD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120" y="63703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5" name="line-1653">
            <a:extLst xmlns:a="http://schemas.openxmlformats.org/drawingml/2006/main">
              <a:ext uri="{FF2B5EF4-FFF2-40B4-BE49-F238E27FC236}">
                <a16:creationId xmlns:a16="http://schemas.microsoft.com/office/drawing/2014/main" id="{AE19EE31-729F-4B95-9E9F-2211450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62198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56" name="shape-1654">
            <a:extLst xmlns:a="http://schemas.openxmlformats.org/drawingml/2006/main">
              <a:ext uri="{FF2B5EF4-FFF2-40B4-BE49-F238E27FC236}">
                <a16:creationId xmlns:a16="http://schemas.microsoft.com/office/drawing/2014/main" id="{EE51BC93-EC07-4A00-8820-F4B15D09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3545" y="61988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57" name="line-1655">
            <a:extLst xmlns:a="http://schemas.openxmlformats.org/drawingml/2006/main">
              <a:ext uri="{FF2B5EF4-FFF2-40B4-BE49-F238E27FC236}">
                <a16:creationId xmlns:a16="http://schemas.microsoft.com/office/drawing/2014/main" id="{359CE98D-6768-4611-8F76-AA8783B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657225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8" name="shape-1656">
            <a:extLst xmlns:a="http://schemas.openxmlformats.org/drawingml/2006/main">
              <a:ext uri="{FF2B5EF4-FFF2-40B4-BE49-F238E27FC236}">
                <a16:creationId xmlns:a16="http://schemas.microsoft.com/office/drawing/2014/main" id="{AEBD46E7-2253-4042-89AD-EBED89F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020" y="6560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9" name="line-1657">
            <a:extLst xmlns:a="http://schemas.openxmlformats.org/drawingml/2006/main">
              <a:ext uri="{FF2B5EF4-FFF2-40B4-BE49-F238E27FC236}">
                <a16:creationId xmlns:a16="http://schemas.microsoft.com/office/drawing/2014/main" id="{F105AAE7-049B-49CB-89F7-80AE7195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64103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0" name="shape-1658">
            <a:extLst xmlns:a="http://schemas.openxmlformats.org/drawingml/2006/main">
              <a:ext uri="{FF2B5EF4-FFF2-40B4-BE49-F238E27FC236}">
                <a16:creationId xmlns:a16="http://schemas.microsoft.com/office/drawing/2014/main" id="{732427EE-8175-4149-A3F1-207D8235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970" y="63988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1" name="line-1659">
            <a:extLst xmlns:a="http://schemas.openxmlformats.org/drawingml/2006/main">
              <a:ext uri="{FF2B5EF4-FFF2-40B4-BE49-F238E27FC236}">
                <a16:creationId xmlns:a16="http://schemas.microsoft.com/office/drawing/2014/main" id="{530F3586-B700-4A3E-87BF-EE57E7CD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0350" y="62484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2" name="shape-1660">
            <a:extLst xmlns:a="http://schemas.openxmlformats.org/drawingml/2006/main">
              <a:ext uri="{FF2B5EF4-FFF2-40B4-BE49-F238E27FC236}">
                <a16:creationId xmlns:a16="http://schemas.microsoft.com/office/drawing/2014/main" id="{A1306851-1BDF-4053-9A08-CA9101FB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920" y="6236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3" name="line-1661">
            <a:extLst xmlns:a="http://schemas.openxmlformats.org/drawingml/2006/main">
              <a:ext uri="{FF2B5EF4-FFF2-40B4-BE49-F238E27FC236}">
                <a16:creationId xmlns:a16="http://schemas.microsoft.com/office/drawing/2014/main" id="{558AA6D8-8575-47D3-ACA5-3CBCE582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66008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4" name="shape-1662">
            <a:extLst xmlns:a="http://schemas.openxmlformats.org/drawingml/2006/main">
              <a:ext uri="{FF2B5EF4-FFF2-40B4-BE49-F238E27FC236}">
                <a16:creationId xmlns:a16="http://schemas.microsoft.com/office/drawing/2014/main" id="{B3B6D11D-0C04-457C-B44E-4563935A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0870" y="65893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5" name="line-1663">
            <a:extLst xmlns:a="http://schemas.openxmlformats.org/drawingml/2006/main">
              <a:ext uri="{FF2B5EF4-FFF2-40B4-BE49-F238E27FC236}">
                <a16:creationId xmlns:a16="http://schemas.microsoft.com/office/drawing/2014/main" id="{C7AE67E1-1785-476B-832C-BC45542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643890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6" name="shape-1664">
            <a:extLst xmlns:a="http://schemas.openxmlformats.org/drawingml/2006/main">
              <a:ext uri="{FF2B5EF4-FFF2-40B4-BE49-F238E27FC236}">
                <a16:creationId xmlns:a16="http://schemas.microsoft.com/office/drawing/2014/main" id="{2D0E33D3-AC29-44E9-A46D-183E729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3295" y="64179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67" name="line-1665">
            <a:extLst xmlns:a="http://schemas.openxmlformats.org/drawingml/2006/main">
              <a:ext uri="{FF2B5EF4-FFF2-40B4-BE49-F238E27FC236}">
                <a16:creationId xmlns:a16="http://schemas.microsoft.com/office/drawing/2014/main" id="{11BE06D9-A567-4FC6-A550-2F0FD055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06200" y="6276975"/>
            <a:ext cx="953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8" name="shape-1666">
            <a:extLst xmlns:a="http://schemas.openxmlformats.org/drawingml/2006/main">
              <a:ext uri="{FF2B5EF4-FFF2-40B4-BE49-F238E27FC236}">
                <a16:creationId xmlns:a16="http://schemas.microsoft.com/office/drawing/2014/main" id="{A41F7D2B-6776-46B7-9338-3DAEA9B9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0" y="62655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9" name="line-1667">
            <a:extLst xmlns:a="http://schemas.openxmlformats.org/drawingml/2006/main">
              <a:ext uri="{FF2B5EF4-FFF2-40B4-BE49-F238E27FC236}">
                <a16:creationId xmlns:a16="http://schemas.microsoft.com/office/drawing/2014/main" id="{C1F8342F-8559-42DE-9DBD-0965A9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8150" y="66294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0" name="shape-1668">
            <a:extLst xmlns:a="http://schemas.openxmlformats.org/drawingml/2006/main">
              <a:ext uri="{FF2B5EF4-FFF2-40B4-BE49-F238E27FC236}">
                <a16:creationId xmlns:a16="http://schemas.microsoft.com/office/drawing/2014/main" id="{CBDFDE26-984E-4FF9-AAF9-F706C63B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720" y="6617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1" name="line-1669">
            <a:extLst xmlns:a="http://schemas.openxmlformats.org/drawingml/2006/main">
              <a:ext uri="{FF2B5EF4-FFF2-40B4-BE49-F238E27FC236}">
                <a16:creationId xmlns:a16="http://schemas.microsoft.com/office/drawing/2014/main" id="{A09A7B05-CE91-4E56-89D9-51282B58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30100" y="6467475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2" name="shape-1670">
            <a:extLst xmlns:a="http://schemas.openxmlformats.org/drawingml/2006/main">
              <a:ext uri="{FF2B5EF4-FFF2-40B4-BE49-F238E27FC236}">
                <a16:creationId xmlns:a16="http://schemas.microsoft.com/office/drawing/2014/main" id="{608BC77D-1237-4505-8AC2-4D7D9051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70" y="64560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3" name="text-1671">
            <a:extLst xmlns:a="http://schemas.openxmlformats.org/drawingml/2006/main">
              <a:ext uri="{FF2B5EF4-FFF2-40B4-BE49-F238E27FC236}">
                <a16:creationId xmlns:a16="http://schemas.microsoft.com/office/drawing/2014/main" id="{ED136AAF-B8C9-4BF9-856E-93BFF5DA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0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4" name="text-1672">
            <a:extLst xmlns:a="http://schemas.openxmlformats.org/drawingml/2006/main">
              <a:ext uri="{FF2B5EF4-FFF2-40B4-BE49-F238E27FC236}">
                <a16:creationId xmlns:a16="http://schemas.microsoft.com/office/drawing/2014/main" id="{EF7CCC2D-AA97-4FED-ABC2-453B6114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联合裁决从完整假设中选择唯一主复核窗</a:t>
            </a:r>
          </a:p>
        </p:txBody>
      </p:sp>
      <p:sp>
        <p:nvSpPr>
          <p:cNvPr id="75" name="line-1673">
            <a:extLst xmlns:a="http://schemas.openxmlformats.org/drawingml/2006/main">
              <a:ext uri="{FF2B5EF4-FFF2-40B4-BE49-F238E27FC236}">
                <a16:creationId xmlns:a16="http://schemas.microsoft.com/office/drawing/2014/main" id="{4524774C-19A8-4D2F-B219-5814228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857250"/>
            <a:ext cx="809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76" name="shape-1674">
            <a:extLst xmlns:a="http://schemas.openxmlformats.org/drawingml/2006/main">
              <a:ext uri="{FF2B5EF4-FFF2-40B4-BE49-F238E27FC236}">
                <a16:creationId xmlns:a16="http://schemas.microsoft.com/office/drawing/2014/main" id="{B201869C-961D-41B7-A193-892A5F52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1381125"/>
            <a:ext cx="2762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7" name="text-1675">
            <a:extLst xmlns:a="http://schemas.openxmlformats.org/drawingml/2006/main">
              <a:ext uri="{FF2B5EF4-FFF2-40B4-BE49-F238E27FC236}">
                <a16:creationId xmlns:a16="http://schemas.microsoft.com/office/drawing/2014/main" id="{1F300CDF-BF50-4E49-BDB7-0FC9E846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候选事件</a:t>
            </a:r>
          </a:p>
        </p:txBody>
      </p:sp>
      <p:sp>
        <p:nvSpPr>
          <p:cNvPr id="78" name="shape-1676">
            <a:extLst xmlns:a="http://schemas.openxmlformats.org/drawingml/2006/main">
              <a:ext uri="{FF2B5EF4-FFF2-40B4-BE49-F238E27FC236}">
                <a16:creationId xmlns:a16="http://schemas.microsoft.com/office/drawing/2014/main" id="{E90E432E-0016-41A5-AA29-85952E2E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178117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79" name="shape-1677">
            <a:extLst xmlns:a="http://schemas.openxmlformats.org/drawingml/2006/main">
              <a:ext uri="{FF2B5EF4-FFF2-40B4-BE49-F238E27FC236}">
                <a16:creationId xmlns:a16="http://schemas.microsoft.com/office/drawing/2014/main" id="{01B7DA6F-FCEE-4DA6-8DBD-352003E3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8478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80" name="shape-1678">
            <a:extLst xmlns:a="http://schemas.openxmlformats.org/drawingml/2006/main">
              <a:ext uri="{FF2B5EF4-FFF2-40B4-BE49-F238E27FC236}">
                <a16:creationId xmlns:a16="http://schemas.microsoft.com/office/drawing/2014/main" id="{C451E597-BD79-4F14-A37C-CD57C685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9145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81" name="shape-1679">
            <a:extLst xmlns:a="http://schemas.openxmlformats.org/drawingml/2006/main">
              <a:ext uri="{FF2B5EF4-FFF2-40B4-BE49-F238E27FC236}">
                <a16:creationId xmlns:a16="http://schemas.microsoft.com/office/drawing/2014/main" id="{104B9755-B912-4AAF-BE2E-4B0999A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178117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82" name="shape-1680">
            <a:extLst xmlns:a="http://schemas.openxmlformats.org/drawingml/2006/main">
              <a:ext uri="{FF2B5EF4-FFF2-40B4-BE49-F238E27FC236}">
                <a16:creationId xmlns:a16="http://schemas.microsoft.com/office/drawing/2014/main" id="{7E34825E-AC37-4F2F-81BF-00333DCD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" y="18478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83" name="shape-1681">
            <a:extLst xmlns:a="http://schemas.openxmlformats.org/drawingml/2006/main">
              <a:ext uri="{FF2B5EF4-FFF2-40B4-BE49-F238E27FC236}">
                <a16:creationId xmlns:a16="http://schemas.microsoft.com/office/drawing/2014/main" id="{363A53DE-F97A-4773-834C-159553B7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19145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84" name="shape-1682">
            <a:extLst xmlns:a="http://schemas.openxmlformats.org/drawingml/2006/main">
              <a:ext uri="{FF2B5EF4-FFF2-40B4-BE49-F238E27FC236}">
                <a16:creationId xmlns:a16="http://schemas.microsoft.com/office/drawing/2014/main" id="{F35EC5FF-9D19-472C-95E8-E92DDE2A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178117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3E67"/>
            </a:solidFill>
            <a:prstDash val="solid"/>
          </a:ln>
        </p:spPr>
      </p:sp>
      <p:sp>
        <p:nvSpPr>
          <p:cNvPr id="85" name="shape-1683">
            <a:extLst xmlns:a="http://schemas.openxmlformats.org/drawingml/2006/main">
              <a:ext uri="{FF2B5EF4-FFF2-40B4-BE49-F238E27FC236}">
                <a16:creationId xmlns:a16="http://schemas.microsoft.com/office/drawing/2014/main" id="{30473C01-AB6B-4F89-9060-89ADFC85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" y="18478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86" name="shape-1684">
            <a:extLst xmlns:a="http://schemas.openxmlformats.org/drawingml/2006/main">
              <a:ext uri="{FF2B5EF4-FFF2-40B4-BE49-F238E27FC236}">
                <a16:creationId xmlns:a16="http://schemas.microsoft.com/office/drawing/2014/main" id="{51C16705-BF41-449A-8DCD-5FCC39A6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19145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87" name="shape-1685">
            <a:extLst xmlns:a="http://schemas.openxmlformats.org/drawingml/2006/main">
              <a:ext uri="{FF2B5EF4-FFF2-40B4-BE49-F238E27FC236}">
                <a16:creationId xmlns:a16="http://schemas.microsoft.com/office/drawing/2014/main" id="{AE9AA067-5518-4BAB-AD8A-8AAD8096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178117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14F33"/>
            </a:solidFill>
            <a:prstDash val="solid"/>
          </a:ln>
        </p:spPr>
      </p:sp>
      <p:sp>
        <p:nvSpPr>
          <p:cNvPr id="88" name="shape-1686">
            <a:extLst xmlns:a="http://schemas.openxmlformats.org/drawingml/2006/main">
              <a:ext uri="{FF2B5EF4-FFF2-40B4-BE49-F238E27FC236}">
                <a16:creationId xmlns:a16="http://schemas.microsoft.com/office/drawing/2014/main" id="{94AFA705-E9D5-4B60-A7F5-493E46C6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18478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89" name="shape-1687">
            <a:extLst xmlns:a="http://schemas.openxmlformats.org/drawingml/2006/main">
              <a:ext uri="{FF2B5EF4-FFF2-40B4-BE49-F238E27FC236}">
                <a16:creationId xmlns:a16="http://schemas.microsoft.com/office/drawing/2014/main" id="{2B35C3EA-25AC-49A9-B592-483B47E0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19145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14F33"/>
            </a:solidFill>
            <a:prstDash val="solid"/>
          </a:ln>
        </p:spPr>
      </p:sp>
      <p:sp>
        <p:nvSpPr>
          <p:cNvPr id="90" name="shape-1688">
            <a:extLst xmlns:a="http://schemas.openxmlformats.org/drawingml/2006/main">
              <a:ext uri="{FF2B5EF4-FFF2-40B4-BE49-F238E27FC236}">
                <a16:creationId xmlns:a16="http://schemas.microsoft.com/office/drawing/2014/main" id="{A07002A8-1534-42AE-B3AE-1E3B8CD2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2447925"/>
            <a:ext cx="2762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91" name="text-1689">
            <a:extLst xmlns:a="http://schemas.openxmlformats.org/drawingml/2006/main">
              <a:ext uri="{FF2B5EF4-FFF2-40B4-BE49-F238E27FC236}">
                <a16:creationId xmlns:a16="http://schemas.microsoft.com/office/drawing/2014/main" id="{3939E7BA-E209-4AB8-9CBC-0168A90A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受约束 lag path</a:t>
            </a:r>
          </a:p>
        </p:txBody>
      </p:sp>
      <p:sp>
        <p:nvSpPr>
          <p:cNvPr id="92" name="line-1690">
            <a:extLst xmlns:a="http://schemas.openxmlformats.org/drawingml/2006/main">
              <a:ext uri="{FF2B5EF4-FFF2-40B4-BE49-F238E27FC236}">
                <a16:creationId xmlns:a16="http://schemas.microsoft.com/office/drawing/2014/main" id="{80DB87AB-0EC0-46CF-BA8A-6BC9234E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" y="3238500"/>
            <a:ext cx="647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93" name="line-1691">
            <a:extLst xmlns:a="http://schemas.openxmlformats.org/drawingml/2006/main">
              <a:ext uri="{FF2B5EF4-FFF2-40B4-BE49-F238E27FC236}">
                <a16:creationId xmlns:a16="http://schemas.microsoft.com/office/drawing/2014/main" id="{A3F1B6ED-8C53-4A6D-8684-4C55CB3E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" y="29051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94" name="line-1692">
            <a:extLst xmlns:a="http://schemas.openxmlformats.org/drawingml/2006/main">
              <a:ext uri="{FF2B5EF4-FFF2-40B4-BE49-F238E27FC236}">
                <a16:creationId xmlns:a16="http://schemas.microsoft.com/office/drawing/2014/main" id="{CB889615-AF50-40E1-9597-B46AF573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8625" y="3050977"/>
            <a:ext cx="161925" cy="104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95" name="line-1693">
            <a:extLst xmlns:a="http://schemas.openxmlformats.org/drawingml/2006/main">
              <a:ext uri="{FF2B5EF4-FFF2-40B4-BE49-F238E27FC236}">
                <a16:creationId xmlns:a16="http://schemas.microsoft.com/office/drawing/2014/main" id="{26465B03-8267-457B-8C46-CAFCB36E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0550" y="2946797"/>
            <a:ext cx="161925" cy="104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96" name="line-1694">
            <a:extLst xmlns:a="http://schemas.openxmlformats.org/drawingml/2006/main">
              <a:ext uri="{FF2B5EF4-FFF2-40B4-BE49-F238E27FC236}">
                <a16:creationId xmlns:a16="http://schemas.microsoft.com/office/drawing/2014/main" id="{D7663AB8-8891-400E-B916-C6859E4D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" y="2946797"/>
            <a:ext cx="161925" cy="145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97" name="line-1695">
            <a:extLst xmlns:a="http://schemas.openxmlformats.org/drawingml/2006/main">
              <a:ext uri="{FF2B5EF4-FFF2-40B4-BE49-F238E27FC236}">
                <a16:creationId xmlns:a16="http://schemas.microsoft.com/office/drawing/2014/main" id="{CDA71664-1003-45DA-BB54-A5BABBDB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3092648"/>
            <a:ext cx="161925" cy="708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5C5B"/>
            </a:solidFill>
            <a:prstDash val="solid"/>
          </a:ln>
        </p:spPr>
      </p:sp>
      <p:sp>
        <p:nvSpPr>
          <p:cNvPr id="98" name="shape-1696">
            <a:extLst xmlns:a="http://schemas.openxmlformats.org/drawingml/2006/main">
              <a:ext uri="{FF2B5EF4-FFF2-40B4-BE49-F238E27FC236}">
                <a16:creationId xmlns:a16="http://schemas.microsoft.com/office/drawing/2014/main" id="{A214F935-A53D-4B49-BD77-9C43E878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" y="3134201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99" name="shape-1697">
            <a:extLst xmlns:a="http://schemas.openxmlformats.org/drawingml/2006/main">
              <a:ext uri="{FF2B5EF4-FFF2-40B4-BE49-F238E27FC236}">
                <a16:creationId xmlns:a16="http://schemas.microsoft.com/office/drawing/2014/main" id="{894E91E4-C482-4739-B054-55E2DDCC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" y="3030022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00" name="shape-1698">
            <a:extLst xmlns:a="http://schemas.openxmlformats.org/drawingml/2006/main">
              <a:ext uri="{FF2B5EF4-FFF2-40B4-BE49-F238E27FC236}">
                <a16:creationId xmlns:a16="http://schemas.microsoft.com/office/drawing/2014/main" id="{78361929-14FF-41B1-8356-CFA184B8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" y="2925842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01" name="shape-1699">
            <a:extLst xmlns:a="http://schemas.openxmlformats.org/drawingml/2006/main">
              <a:ext uri="{FF2B5EF4-FFF2-40B4-BE49-F238E27FC236}">
                <a16:creationId xmlns:a16="http://schemas.microsoft.com/office/drawing/2014/main" id="{A74EFC5D-071E-4009-A52F-8CD9A5C6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" y="307169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02" name="shape-1700">
            <a:extLst xmlns:a="http://schemas.openxmlformats.org/drawingml/2006/main">
              <a:ext uri="{FF2B5EF4-FFF2-40B4-BE49-F238E27FC236}">
                <a16:creationId xmlns:a16="http://schemas.microsoft.com/office/drawing/2014/main" id="{8FF11D03-87D0-4266-8AFD-97659BCD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" y="314253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03" name="line-1701">
            <a:extLst xmlns:a="http://schemas.openxmlformats.org/drawingml/2006/main">
              <a:ext uri="{FF2B5EF4-FFF2-40B4-BE49-F238E27FC236}">
                <a16:creationId xmlns:a16="http://schemas.microsoft.com/office/drawing/2014/main" id="{A5BA1F5A-D25D-4ED2-96F4-6CC091F9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3238500"/>
            <a:ext cx="647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4" name="line-1702">
            <a:extLst xmlns:a="http://schemas.openxmlformats.org/drawingml/2006/main">
              <a:ext uri="{FF2B5EF4-FFF2-40B4-BE49-F238E27FC236}">
                <a16:creationId xmlns:a16="http://schemas.microsoft.com/office/drawing/2014/main" id="{A8B4D2CF-42E8-41D2-A2B8-67234DF6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38250" y="29051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5" name="line-1703">
            <a:extLst xmlns:a="http://schemas.openxmlformats.org/drawingml/2006/main">
              <a:ext uri="{FF2B5EF4-FFF2-40B4-BE49-F238E27FC236}">
                <a16:creationId xmlns:a16="http://schemas.microsoft.com/office/drawing/2014/main" id="{F9246F48-9949-403D-A981-CBDFC78B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38250" y="3050977"/>
            <a:ext cx="161925" cy="104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06" name="line-1704">
            <a:extLst xmlns:a="http://schemas.openxmlformats.org/drawingml/2006/main">
              <a:ext uri="{FF2B5EF4-FFF2-40B4-BE49-F238E27FC236}">
                <a16:creationId xmlns:a16="http://schemas.microsoft.com/office/drawing/2014/main" id="{5147BDFB-110C-4BA5-B1BC-BDFF8BC6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00175" y="2946797"/>
            <a:ext cx="161925" cy="104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07" name="line-1705">
            <a:extLst xmlns:a="http://schemas.openxmlformats.org/drawingml/2006/main">
              <a:ext uri="{FF2B5EF4-FFF2-40B4-BE49-F238E27FC236}">
                <a16:creationId xmlns:a16="http://schemas.microsoft.com/office/drawing/2014/main" id="{2ACAD3A4-94F9-41BE-90B2-DF4AC90C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2100" y="2946797"/>
            <a:ext cx="161925" cy="145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08" name="line-1706">
            <a:extLst xmlns:a="http://schemas.openxmlformats.org/drawingml/2006/main">
              <a:ext uri="{FF2B5EF4-FFF2-40B4-BE49-F238E27FC236}">
                <a16:creationId xmlns:a16="http://schemas.microsoft.com/office/drawing/2014/main" id="{B9CF66BC-C41D-43CF-9987-427510FD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24025" y="3092648"/>
            <a:ext cx="161925" cy="708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6F06"/>
            </a:solidFill>
            <a:prstDash val="solid"/>
          </a:ln>
        </p:spPr>
      </p:sp>
      <p:sp>
        <p:nvSpPr>
          <p:cNvPr id="109" name="shape-1707">
            <a:extLst xmlns:a="http://schemas.openxmlformats.org/drawingml/2006/main">
              <a:ext uri="{FF2B5EF4-FFF2-40B4-BE49-F238E27FC236}">
                <a16:creationId xmlns:a16="http://schemas.microsoft.com/office/drawing/2014/main" id="{2819D4FB-ABF8-42AD-AD40-8EA44884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295" y="3134201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10" name="shape-1708">
            <a:extLst xmlns:a="http://schemas.openxmlformats.org/drawingml/2006/main">
              <a:ext uri="{FF2B5EF4-FFF2-40B4-BE49-F238E27FC236}">
                <a16:creationId xmlns:a16="http://schemas.microsoft.com/office/drawing/2014/main" id="{7FF224C2-5B6B-4675-829C-09DB4D6E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220" y="3030022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11" name="shape-1709">
            <a:extLst xmlns:a="http://schemas.openxmlformats.org/drawingml/2006/main">
              <a:ext uri="{FF2B5EF4-FFF2-40B4-BE49-F238E27FC236}">
                <a16:creationId xmlns:a16="http://schemas.microsoft.com/office/drawing/2014/main" id="{6F97548A-8795-4854-928C-8994C883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145" y="2925842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12" name="shape-1710">
            <a:extLst xmlns:a="http://schemas.openxmlformats.org/drawingml/2006/main">
              <a:ext uri="{FF2B5EF4-FFF2-40B4-BE49-F238E27FC236}">
                <a16:creationId xmlns:a16="http://schemas.microsoft.com/office/drawing/2014/main" id="{A625583B-13AB-4AD3-AD31-5618753B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070" y="307169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13" name="shape-1711">
            <a:extLst xmlns:a="http://schemas.openxmlformats.org/drawingml/2006/main">
              <a:ext uri="{FF2B5EF4-FFF2-40B4-BE49-F238E27FC236}">
                <a16:creationId xmlns:a16="http://schemas.microsoft.com/office/drawing/2014/main" id="{983FEA8C-4EE8-494C-800E-6E3818A7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4995" y="314253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14" name="line-1712">
            <a:extLst xmlns:a="http://schemas.openxmlformats.org/drawingml/2006/main">
              <a:ext uri="{FF2B5EF4-FFF2-40B4-BE49-F238E27FC236}">
                <a16:creationId xmlns:a16="http://schemas.microsoft.com/office/drawing/2014/main" id="{17B75FA6-1C45-4AC3-BC45-0C63C7DB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7875" y="3238500"/>
            <a:ext cx="647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5" name="line-1713">
            <a:extLst xmlns:a="http://schemas.openxmlformats.org/drawingml/2006/main">
              <a:ext uri="{FF2B5EF4-FFF2-40B4-BE49-F238E27FC236}">
                <a16:creationId xmlns:a16="http://schemas.microsoft.com/office/drawing/2014/main" id="{DE694697-75D9-4659-AAD0-D5F66808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7875" y="29051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16" name="line-1714">
            <a:extLst xmlns:a="http://schemas.openxmlformats.org/drawingml/2006/main">
              <a:ext uri="{FF2B5EF4-FFF2-40B4-BE49-F238E27FC236}">
                <a16:creationId xmlns:a16="http://schemas.microsoft.com/office/drawing/2014/main" id="{423D584D-64C5-4259-AEAE-A04627A5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47875" y="3050977"/>
            <a:ext cx="161925" cy="104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B3E67"/>
            </a:solidFill>
            <a:prstDash val="solid"/>
          </a:ln>
        </p:spPr>
      </p:sp>
      <p:sp>
        <p:nvSpPr>
          <p:cNvPr id="117" name="line-1715">
            <a:extLst xmlns:a="http://schemas.openxmlformats.org/drawingml/2006/main">
              <a:ext uri="{FF2B5EF4-FFF2-40B4-BE49-F238E27FC236}">
                <a16:creationId xmlns:a16="http://schemas.microsoft.com/office/drawing/2014/main" id="{B5C1B7F3-F866-4E8C-8B22-96F8DB48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09800" y="2946797"/>
            <a:ext cx="161925" cy="104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B3E67"/>
            </a:solidFill>
            <a:prstDash val="solid"/>
          </a:ln>
        </p:spPr>
      </p:sp>
      <p:sp>
        <p:nvSpPr>
          <p:cNvPr id="118" name="line-1716">
            <a:extLst xmlns:a="http://schemas.openxmlformats.org/drawingml/2006/main">
              <a:ext uri="{FF2B5EF4-FFF2-40B4-BE49-F238E27FC236}">
                <a16:creationId xmlns:a16="http://schemas.microsoft.com/office/drawing/2014/main" id="{CBF5FA9A-207C-46B8-A17B-B0AE57E8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71725" y="2946797"/>
            <a:ext cx="161925" cy="145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B3E67"/>
            </a:solidFill>
            <a:prstDash val="solid"/>
          </a:ln>
        </p:spPr>
      </p:sp>
      <p:sp>
        <p:nvSpPr>
          <p:cNvPr id="119" name="line-1717">
            <a:extLst xmlns:a="http://schemas.openxmlformats.org/drawingml/2006/main">
              <a:ext uri="{FF2B5EF4-FFF2-40B4-BE49-F238E27FC236}">
                <a16:creationId xmlns:a16="http://schemas.microsoft.com/office/drawing/2014/main" id="{E63D27F2-A352-4CD1-B2DB-183AAE88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33650" y="3092648"/>
            <a:ext cx="161925" cy="708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B3E67"/>
            </a:solidFill>
            <a:prstDash val="solid"/>
          </a:ln>
        </p:spPr>
      </p:sp>
      <p:sp>
        <p:nvSpPr>
          <p:cNvPr id="120" name="shape-1718">
            <a:extLst xmlns:a="http://schemas.openxmlformats.org/drawingml/2006/main">
              <a:ext uri="{FF2B5EF4-FFF2-40B4-BE49-F238E27FC236}">
                <a16:creationId xmlns:a16="http://schemas.microsoft.com/office/drawing/2014/main" id="{FE4A0399-2B53-45D9-9B64-551C35B6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6920" y="3134201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21" name="shape-1719">
            <a:extLst xmlns:a="http://schemas.openxmlformats.org/drawingml/2006/main">
              <a:ext uri="{FF2B5EF4-FFF2-40B4-BE49-F238E27FC236}">
                <a16:creationId xmlns:a16="http://schemas.microsoft.com/office/drawing/2014/main" id="{B577A432-E8A2-4893-B1E6-C60BA115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8845" y="3030022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22" name="shape-1720">
            <a:extLst xmlns:a="http://schemas.openxmlformats.org/drawingml/2006/main">
              <a:ext uri="{FF2B5EF4-FFF2-40B4-BE49-F238E27FC236}">
                <a16:creationId xmlns:a16="http://schemas.microsoft.com/office/drawing/2014/main" id="{2C558871-AC0D-4DC5-B92A-F2CF5ABE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0770" y="2925842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23" name="shape-1721">
            <a:extLst xmlns:a="http://schemas.openxmlformats.org/drawingml/2006/main">
              <a:ext uri="{FF2B5EF4-FFF2-40B4-BE49-F238E27FC236}">
                <a16:creationId xmlns:a16="http://schemas.microsoft.com/office/drawing/2014/main" id="{3CACEEDB-FD8C-4C81-9D47-C8670F48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695" y="3071693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24" name="shape-1722">
            <a:extLst xmlns:a="http://schemas.openxmlformats.org/drawingml/2006/main">
              <a:ext uri="{FF2B5EF4-FFF2-40B4-BE49-F238E27FC236}">
                <a16:creationId xmlns:a16="http://schemas.microsoft.com/office/drawing/2014/main" id="{D2EA6F3A-9CD1-4B6A-99C1-ABC38554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4620" y="314253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25" name="shape-1723">
            <a:extLst xmlns:a="http://schemas.openxmlformats.org/drawingml/2006/main">
              <a:ext uri="{FF2B5EF4-FFF2-40B4-BE49-F238E27FC236}">
                <a16:creationId xmlns:a16="http://schemas.microsoft.com/office/drawing/2014/main" id="{05D927C6-3D98-49DD-B551-14D3536D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3514725"/>
            <a:ext cx="2762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6" name="text-1724">
            <a:extLst xmlns:a="http://schemas.openxmlformats.org/drawingml/2006/main">
              <a:ext uri="{FF2B5EF4-FFF2-40B4-BE49-F238E27FC236}">
                <a16:creationId xmlns:a16="http://schemas.microsoft.com/office/drawing/2014/main" id="{6778E226-25E2-4660-A6C6-1F73C3EE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位置剖面</a:t>
            </a:r>
          </a:p>
        </p:txBody>
      </p:sp>
      <p:sp>
        <p:nvSpPr>
          <p:cNvPr id="127" name="shape-1725">
            <a:extLst xmlns:a="http://schemas.openxmlformats.org/drawingml/2006/main">
              <a:ext uri="{FF2B5EF4-FFF2-40B4-BE49-F238E27FC236}">
                <a16:creationId xmlns:a16="http://schemas.microsoft.com/office/drawing/2014/main" id="{21061A1C-392E-40EE-960A-35C36B91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8" name="line-1726">
            <a:extLst xmlns:a="http://schemas.openxmlformats.org/drawingml/2006/main">
              <a:ext uri="{FF2B5EF4-FFF2-40B4-BE49-F238E27FC236}">
                <a16:creationId xmlns:a16="http://schemas.microsoft.com/office/drawing/2014/main" id="{3B4D8759-F48E-4C9F-872C-C5D6AF60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" y="4391025"/>
            <a:ext cx="47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29" name="line-1727">
            <a:extLst xmlns:a="http://schemas.openxmlformats.org/drawingml/2006/main">
              <a:ext uri="{FF2B5EF4-FFF2-40B4-BE49-F238E27FC236}">
                <a16:creationId xmlns:a16="http://schemas.microsoft.com/office/drawing/2014/main" id="{8E36A6C9-5C73-41BC-A4CD-D8BE6456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" y="42005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0" name="line-1728">
            <a:extLst xmlns:a="http://schemas.openxmlformats.org/drawingml/2006/main">
              <a:ext uri="{FF2B5EF4-FFF2-40B4-BE49-F238E27FC236}">
                <a16:creationId xmlns:a16="http://schemas.microsoft.com/office/drawing/2014/main" id="{982F7B22-B9AB-47AD-A9A5-7E85BB51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8625" y="4227739"/>
            <a:ext cx="238125" cy="136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31" name="line-1729">
            <a:extLst xmlns:a="http://schemas.openxmlformats.org/drawingml/2006/main">
              <a:ext uri="{FF2B5EF4-FFF2-40B4-BE49-F238E27FC236}">
                <a16:creationId xmlns:a16="http://schemas.microsoft.com/office/drawing/2014/main" id="{A57725A5-A453-4900-B587-20947FA6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4227739"/>
            <a:ext cx="238125" cy="136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32" name="shape-1730">
            <a:extLst xmlns:a="http://schemas.openxmlformats.org/drawingml/2006/main">
              <a:ext uri="{FF2B5EF4-FFF2-40B4-BE49-F238E27FC236}">
                <a16:creationId xmlns:a16="http://schemas.microsoft.com/office/drawing/2014/main" id="{7B4542C2-3912-4AA0-87AA-9931FED7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33" name="line-1731">
            <a:extLst xmlns:a="http://schemas.openxmlformats.org/drawingml/2006/main">
              <a:ext uri="{FF2B5EF4-FFF2-40B4-BE49-F238E27FC236}">
                <a16:creationId xmlns:a16="http://schemas.microsoft.com/office/drawing/2014/main" id="{430ECCD0-4588-4EC8-BB65-A1465130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9175" y="4391025"/>
            <a:ext cx="47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4" name="line-1732">
            <a:extLst xmlns:a="http://schemas.openxmlformats.org/drawingml/2006/main">
              <a:ext uri="{FF2B5EF4-FFF2-40B4-BE49-F238E27FC236}">
                <a16:creationId xmlns:a16="http://schemas.microsoft.com/office/drawing/2014/main" id="{5FEA1FF9-82D3-457D-8BE0-D53F1912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9175" y="42005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5" name="line-1733">
            <a:extLst xmlns:a="http://schemas.openxmlformats.org/drawingml/2006/main">
              <a:ext uri="{FF2B5EF4-FFF2-40B4-BE49-F238E27FC236}">
                <a16:creationId xmlns:a16="http://schemas.microsoft.com/office/drawing/2014/main" id="{5AFE9C85-BF16-4FE3-80AC-C13202E5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19175" y="4227739"/>
            <a:ext cx="238125" cy="136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36" name="line-1734">
            <a:extLst xmlns:a="http://schemas.openxmlformats.org/drawingml/2006/main">
              <a:ext uri="{FF2B5EF4-FFF2-40B4-BE49-F238E27FC236}">
                <a16:creationId xmlns:a16="http://schemas.microsoft.com/office/drawing/2014/main" id="{DEBE2FC1-2155-4E9D-8349-9681B6F5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7300" y="4227739"/>
            <a:ext cx="238125" cy="136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37" name="shape-1735">
            <a:extLst xmlns:a="http://schemas.openxmlformats.org/drawingml/2006/main">
              <a:ext uri="{FF2B5EF4-FFF2-40B4-BE49-F238E27FC236}">
                <a16:creationId xmlns:a16="http://schemas.microsoft.com/office/drawing/2014/main" id="{A5E4801A-D061-4020-B69A-276415C2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3E67"/>
          </a:solidFill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38" name="line-1736">
            <a:extLst xmlns:a="http://schemas.openxmlformats.org/drawingml/2006/main">
              <a:ext uri="{FF2B5EF4-FFF2-40B4-BE49-F238E27FC236}">
                <a16:creationId xmlns:a16="http://schemas.microsoft.com/office/drawing/2014/main" id="{4976578A-3F5E-4732-A0DC-A600626A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09725" y="4391025"/>
            <a:ext cx="47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9" name="line-1737">
            <a:extLst xmlns:a="http://schemas.openxmlformats.org/drawingml/2006/main">
              <a:ext uri="{FF2B5EF4-FFF2-40B4-BE49-F238E27FC236}">
                <a16:creationId xmlns:a16="http://schemas.microsoft.com/office/drawing/2014/main" id="{242AF3E9-833A-49B4-B059-25F96ED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09725" y="42005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0" name="line-1738">
            <a:extLst xmlns:a="http://schemas.openxmlformats.org/drawingml/2006/main">
              <a:ext uri="{FF2B5EF4-FFF2-40B4-BE49-F238E27FC236}">
                <a16:creationId xmlns:a16="http://schemas.microsoft.com/office/drawing/2014/main" id="{B5912244-2201-46E4-B42E-0569E8B3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09725" y="4227739"/>
            <a:ext cx="238125" cy="136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41" name="line-1739">
            <a:extLst xmlns:a="http://schemas.openxmlformats.org/drawingml/2006/main">
              <a:ext uri="{FF2B5EF4-FFF2-40B4-BE49-F238E27FC236}">
                <a16:creationId xmlns:a16="http://schemas.microsoft.com/office/drawing/2014/main" id="{F7B216DB-1EAF-43F2-B798-D591B323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47850" y="4227739"/>
            <a:ext cx="238125" cy="136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3E67"/>
            </a:solidFill>
            <a:prstDash val="solid"/>
          </a:ln>
        </p:spPr>
      </p:sp>
      <p:sp>
        <p:nvSpPr>
          <p:cNvPr id="142" name="shape-1740">
            <a:extLst xmlns:a="http://schemas.openxmlformats.org/drawingml/2006/main">
              <a:ext uri="{FF2B5EF4-FFF2-40B4-BE49-F238E27FC236}">
                <a16:creationId xmlns:a16="http://schemas.microsoft.com/office/drawing/2014/main" id="{E7A8E517-76EE-4DD0-83F3-9BF8B95B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43" name="line-1741">
            <a:extLst xmlns:a="http://schemas.openxmlformats.org/drawingml/2006/main">
              <a:ext uri="{FF2B5EF4-FFF2-40B4-BE49-F238E27FC236}">
                <a16:creationId xmlns:a16="http://schemas.microsoft.com/office/drawing/2014/main" id="{C6BD277E-78F7-42BD-A56C-7FC91BA0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0275" y="4391025"/>
            <a:ext cx="47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4" name="line-1742">
            <a:extLst xmlns:a="http://schemas.openxmlformats.org/drawingml/2006/main">
              <a:ext uri="{FF2B5EF4-FFF2-40B4-BE49-F238E27FC236}">
                <a16:creationId xmlns:a16="http://schemas.microsoft.com/office/drawing/2014/main" id="{5BBCE549-60E1-465B-9F4E-649E4B0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00275" y="42005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45" name="line-1743">
            <a:extLst xmlns:a="http://schemas.openxmlformats.org/drawingml/2006/main">
              <a:ext uri="{FF2B5EF4-FFF2-40B4-BE49-F238E27FC236}">
                <a16:creationId xmlns:a16="http://schemas.microsoft.com/office/drawing/2014/main" id="{4BD6D4BE-3F11-43E6-AC89-6B3F50D0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00275" y="4227739"/>
            <a:ext cx="238125" cy="136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46" name="line-1744">
            <a:extLst xmlns:a="http://schemas.openxmlformats.org/drawingml/2006/main">
              <a:ext uri="{FF2B5EF4-FFF2-40B4-BE49-F238E27FC236}">
                <a16:creationId xmlns:a16="http://schemas.microsoft.com/office/drawing/2014/main" id="{3A7758F5-A8E1-49E7-BE0B-134872F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38400" y="4227739"/>
            <a:ext cx="238125" cy="136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47" name="shape-1745">
            <a:extLst xmlns:a="http://schemas.openxmlformats.org/drawingml/2006/main">
              <a:ext uri="{FF2B5EF4-FFF2-40B4-BE49-F238E27FC236}">
                <a16:creationId xmlns:a16="http://schemas.microsoft.com/office/drawing/2014/main" id="{DC117376-9455-43DC-9F6D-9338C998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4581525"/>
            <a:ext cx="2762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48" name="text-1746">
            <a:extLst xmlns:a="http://schemas.openxmlformats.org/drawingml/2006/main">
              <a:ext uri="{FF2B5EF4-FFF2-40B4-BE49-F238E27FC236}">
                <a16:creationId xmlns:a16="http://schemas.microsoft.com/office/drawing/2014/main" id="{228278C2-CDBC-43AE-9AD1-AE44C242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958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逐参考芯投票</a:t>
            </a:r>
          </a:p>
        </p:txBody>
      </p:sp>
      <p:sp>
        <p:nvSpPr>
          <p:cNvPr id="149" name="shape-1747">
            <a:extLst xmlns:a="http://schemas.openxmlformats.org/drawingml/2006/main">
              <a:ext uri="{FF2B5EF4-FFF2-40B4-BE49-F238E27FC236}">
                <a16:creationId xmlns:a16="http://schemas.microsoft.com/office/drawing/2014/main" id="{EC86100C-F633-4951-8561-3F44FFF2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038725"/>
            <a:ext cx="428625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50" name="text-1748">
            <a:extLst xmlns:a="http://schemas.openxmlformats.org/drawingml/2006/main">
              <a:ext uri="{FF2B5EF4-FFF2-40B4-BE49-F238E27FC236}">
                <a16:creationId xmlns:a16="http://schemas.microsoft.com/office/drawing/2014/main" id="{C5A60ACA-526E-4D6E-8866-A802D491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958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1" name="shape-1749">
            <a:extLst xmlns:a="http://schemas.openxmlformats.org/drawingml/2006/main">
              <a:ext uri="{FF2B5EF4-FFF2-40B4-BE49-F238E27FC236}">
                <a16:creationId xmlns:a16="http://schemas.microsoft.com/office/drawing/2014/main" id="{7F587C60-DA4E-4C17-ACB3-41ABC84A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5038725"/>
            <a:ext cx="428625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152" name="text-1750">
            <a:extLst xmlns:a="http://schemas.openxmlformats.org/drawingml/2006/main">
              <a:ext uri="{FF2B5EF4-FFF2-40B4-BE49-F238E27FC236}">
                <a16:creationId xmlns:a16="http://schemas.microsoft.com/office/drawing/2014/main" id="{4200A8DA-E41D-4365-AD34-6112E882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0958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A3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3" name="shape-1751">
            <a:extLst xmlns:a="http://schemas.openxmlformats.org/drawingml/2006/main">
              <a:ext uri="{FF2B5EF4-FFF2-40B4-BE49-F238E27FC236}">
                <a16:creationId xmlns:a16="http://schemas.microsoft.com/office/drawing/2014/main" id="{EB4A9492-C14E-42AE-AF7D-26111A28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5038725"/>
            <a:ext cx="428625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6B3E67"/>
            </a:solidFill>
            <a:prstDash val="solid"/>
          </a:ln>
        </p:spPr>
      </p:sp>
      <p:sp>
        <p:nvSpPr>
          <p:cNvPr id="154" name="text-1752">
            <a:extLst xmlns:a="http://schemas.openxmlformats.org/drawingml/2006/main">
              <a:ext uri="{FF2B5EF4-FFF2-40B4-BE49-F238E27FC236}">
                <a16:creationId xmlns:a16="http://schemas.microsoft.com/office/drawing/2014/main" id="{A9844D5A-4B10-4439-985C-F3136144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0958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5" name="shape-1753">
            <a:extLst xmlns:a="http://schemas.openxmlformats.org/drawingml/2006/main">
              <a:ext uri="{FF2B5EF4-FFF2-40B4-BE49-F238E27FC236}">
                <a16:creationId xmlns:a16="http://schemas.microsoft.com/office/drawing/2014/main" id="{9DDA3E99-ED0D-420E-94CB-A44E93BF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5038725"/>
            <a:ext cx="428625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156" name="text-1754">
            <a:extLst xmlns:a="http://schemas.openxmlformats.org/drawingml/2006/main">
              <a:ext uri="{FF2B5EF4-FFF2-40B4-BE49-F238E27FC236}">
                <a16:creationId xmlns:a16="http://schemas.microsoft.com/office/drawing/2014/main" id="{7FE111E6-C107-4697-BB78-A8F38448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0958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7" name="line-1755">
            <a:extLst xmlns:a="http://schemas.openxmlformats.org/drawingml/2006/main">
              <a:ext uri="{FF2B5EF4-FFF2-40B4-BE49-F238E27FC236}">
                <a16:creationId xmlns:a16="http://schemas.microsoft.com/office/drawing/2014/main" id="{DCFB0178-450F-469A-BDA1-9EA6AD92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1857375"/>
            <a:ext cx="10001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14F33"/>
            </a:solidFill>
            <a:prstDash val="solid"/>
          </a:ln>
        </p:spPr>
      </p:sp>
      <p:sp>
        <p:nvSpPr>
          <p:cNvPr id="158" name="line-1756">
            <a:extLst xmlns:a="http://schemas.openxmlformats.org/drawingml/2006/main">
              <a:ext uri="{FF2B5EF4-FFF2-40B4-BE49-F238E27FC236}">
                <a16:creationId xmlns:a16="http://schemas.microsoft.com/office/drawing/2014/main" id="{EEBDC3EF-EBEA-4566-8FD4-DDCC8D4E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00375" y="2190750"/>
            <a:ext cx="1000125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59" name="line-1757">
            <a:extLst xmlns:a="http://schemas.openxmlformats.org/drawingml/2006/main">
              <a:ext uri="{FF2B5EF4-FFF2-40B4-BE49-F238E27FC236}">
                <a16:creationId xmlns:a16="http://schemas.microsoft.com/office/drawing/2014/main" id="{2BE7D5D2-1A69-4F43-BF6D-FB11B8BE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3990975"/>
            <a:ext cx="1000125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3E67"/>
            </a:solidFill>
            <a:prstDash val="solid"/>
          </a:ln>
        </p:spPr>
      </p:sp>
      <p:sp>
        <p:nvSpPr>
          <p:cNvPr id="160" name="line-1758">
            <a:extLst xmlns:a="http://schemas.openxmlformats.org/drawingml/2006/main">
              <a:ext uri="{FF2B5EF4-FFF2-40B4-BE49-F238E27FC236}">
                <a16:creationId xmlns:a16="http://schemas.microsoft.com/office/drawing/2014/main" id="{37FD0298-F417-49D2-877C-0DA43615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00375" y="4476750"/>
            <a:ext cx="1000125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6F06"/>
            </a:solidFill>
            <a:prstDash val="solid"/>
          </a:ln>
        </p:spPr>
      </p:sp>
      <p:sp>
        <p:nvSpPr>
          <p:cNvPr id="161" name="shape-1759">
            <a:extLst xmlns:a="http://schemas.openxmlformats.org/drawingml/2006/main">
              <a:ext uri="{FF2B5EF4-FFF2-40B4-BE49-F238E27FC236}">
                <a16:creationId xmlns:a16="http://schemas.microsoft.com/office/drawing/2014/main" id="{B61A5FB7-19C4-4A54-8E26-E4B33979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1219200"/>
            <a:ext cx="457200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2" name="shape-1760">
            <a:extLst xmlns:a="http://schemas.openxmlformats.org/drawingml/2006/main">
              <a:ext uri="{FF2B5EF4-FFF2-40B4-BE49-F238E27FC236}">
                <a16:creationId xmlns:a16="http://schemas.microsoft.com/office/drawing/2014/main" id="{0731C653-77E2-45FD-A62A-77279BE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1352550"/>
            <a:ext cx="2714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3" name="text-1761">
            <a:extLst xmlns:a="http://schemas.openxmlformats.org/drawingml/2006/main">
              <a:ext uri="{FF2B5EF4-FFF2-40B4-BE49-F238E27FC236}">
                <a16:creationId xmlns:a16="http://schemas.microsoft.com/office/drawing/2014/main" id="{37405325-82D6-4FA0-A36C-27425143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00175"/>
            <a:ext cx="2562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操作类型 × 位移量 × 位置</a:t>
            </a:r>
          </a:p>
        </p:txBody>
      </p:sp>
      <p:sp>
        <p:nvSpPr>
          <p:cNvPr id="164" name="shape-1762">
            <a:extLst xmlns:a="http://schemas.openxmlformats.org/drawingml/2006/main">
              <a:ext uri="{FF2B5EF4-FFF2-40B4-BE49-F238E27FC236}">
                <a16:creationId xmlns:a16="http://schemas.microsoft.com/office/drawing/2014/main" id="{2F5A280A-C1B9-4D6E-A77A-E97BF384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1857375"/>
            <a:ext cx="4000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EEE7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5" name="shape-1763">
            <a:extLst xmlns:a="http://schemas.openxmlformats.org/drawingml/2006/main">
              <a:ext uri="{FF2B5EF4-FFF2-40B4-BE49-F238E27FC236}">
                <a16:creationId xmlns:a16="http://schemas.microsoft.com/office/drawing/2014/main" id="{FA071E00-C5D4-4DD0-94D0-90E8ED3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000250"/>
            <a:ext cx="3429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66" name="text-1764">
            <a:extLst xmlns:a="http://schemas.openxmlformats.org/drawingml/2006/main">
              <a:ext uri="{FF2B5EF4-FFF2-40B4-BE49-F238E27FC236}">
                <a16:creationId xmlns:a16="http://schemas.microsoft.com/office/drawing/2014/main" id="{2E37F75E-2FC2-4DDD-837F-A4564845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阶段一：操作裁决（先定操作与位移）</a:t>
            </a:r>
          </a:p>
        </p:txBody>
      </p:sp>
      <p:sp>
        <p:nvSpPr>
          <p:cNvPr id="167" name="text-1765">
            <a:extLst xmlns:a="http://schemas.openxmlformats.org/drawingml/2006/main">
              <a:ext uri="{FF2B5EF4-FFF2-40B4-BE49-F238E27FC236}">
                <a16:creationId xmlns:a16="http://schemas.microsoft.com/office/drawing/2014/main" id="{AA9DBFC2-E997-4E56-B690-55E31F9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操作竞争</a:t>
            </a:r>
          </a:p>
        </p:txBody>
      </p:sp>
      <p:sp>
        <p:nvSpPr>
          <p:cNvPr id="168" name="text-1766">
            <a:extLst xmlns:a="http://schemas.openxmlformats.org/drawingml/2006/main">
              <a:ext uri="{FF2B5EF4-FFF2-40B4-BE49-F238E27FC236}">
                <a16:creationId xmlns:a16="http://schemas.microsoft.com/office/drawing/2014/main" id="{91B66214-0B3D-4367-AC46-900BC78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operation margin ≥ 0.04</a:t>
            </a:r>
          </a:p>
        </p:txBody>
      </p:sp>
      <p:sp>
        <p:nvSpPr>
          <p:cNvPr id="169" name="shape-1767">
            <a:extLst xmlns:a="http://schemas.openxmlformats.org/drawingml/2006/main">
              <a:ext uri="{FF2B5EF4-FFF2-40B4-BE49-F238E27FC236}">
                <a16:creationId xmlns:a16="http://schemas.microsoft.com/office/drawing/2014/main" id="{D45CA750-982C-47A6-B237-C63899B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505075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70" name="line-1768">
            <a:extLst xmlns:a="http://schemas.openxmlformats.org/drawingml/2006/main">
              <a:ext uri="{FF2B5EF4-FFF2-40B4-BE49-F238E27FC236}">
                <a16:creationId xmlns:a16="http://schemas.microsoft.com/office/drawing/2014/main" id="{C2CAE0FF-CE59-4C48-94E1-880EFAF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0375" y="2905125"/>
            <a:ext cx="1143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71" name="line-1769">
            <a:extLst xmlns:a="http://schemas.openxmlformats.org/drawingml/2006/main">
              <a:ext uri="{FF2B5EF4-FFF2-40B4-BE49-F238E27FC236}">
                <a16:creationId xmlns:a16="http://schemas.microsoft.com/office/drawing/2014/main" id="{4BDD9142-DB73-40CC-A6F4-8124265C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0375" y="2381250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72" name="line-1770">
            <a:extLst xmlns:a="http://schemas.openxmlformats.org/drawingml/2006/main">
              <a:ext uri="{FF2B5EF4-FFF2-40B4-BE49-F238E27FC236}">
                <a16:creationId xmlns:a16="http://schemas.microsoft.com/office/drawing/2014/main" id="{F0DA12F6-8343-46BA-96C1-57DC8342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10375" y="2669381"/>
            <a:ext cx="228600" cy="13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73" name="line-1771">
            <a:extLst xmlns:a="http://schemas.openxmlformats.org/drawingml/2006/main">
              <a:ext uri="{FF2B5EF4-FFF2-40B4-BE49-F238E27FC236}">
                <a16:creationId xmlns:a16="http://schemas.microsoft.com/office/drawing/2014/main" id="{6F757DEF-EF8E-4BA2-86F5-B025DF42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38975" y="2538413"/>
            <a:ext cx="228600" cy="130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74" name="line-1772">
            <a:extLst xmlns:a="http://schemas.openxmlformats.org/drawingml/2006/main">
              <a:ext uri="{FF2B5EF4-FFF2-40B4-BE49-F238E27FC236}">
                <a16:creationId xmlns:a16="http://schemas.microsoft.com/office/drawing/2014/main" id="{0002C683-9776-44B4-ACB0-2021B3B0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67575" y="2433638"/>
            <a:ext cx="2286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75" name="line-1773">
            <a:extLst xmlns:a="http://schemas.openxmlformats.org/drawingml/2006/main">
              <a:ext uri="{FF2B5EF4-FFF2-40B4-BE49-F238E27FC236}">
                <a16:creationId xmlns:a16="http://schemas.microsoft.com/office/drawing/2014/main" id="{783E8BA6-E867-487B-BBA9-B4B7D8B2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96175" y="2433638"/>
            <a:ext cx="228600" cy="183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76" name="line-1774">
            <a:extLst xmlns:a="http://schemas.openxmlformats.org/drawingml/2006/main">
              <a:ext uri="{FF2B5EF4-FFF2-40B4-BE49-F238E27FC236}">
                <a16:creationId xmlns:a16="http://schemas.microsoft.com/office/drawing/2014/main" id="{7713528D-ABF0-4E5F-965C-F91AC745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24775" y="2616994"/>
            <a:ext cx="228600" cy="1204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77" name="shape-1775">
            <a:extLst xmlns:a="http://schemas.openxmlformats.org/drawingml/2006/main">
              <a:ext uri="{FF2B5EF4-FFF2-40B4-BE49-F238E27FC236}">
                <a16:creationId xmlns:a16="http://schemas.microsoft.com/office/drawing/2014/main" id="{DC9047B5-0FBF-417E-A46F-BC48A7B4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27793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8" name="shape-1776">
            <a:extLst xmlns:a="http://schemas.openxmlformats.org/drawingml/2006/main">
              <a:ext uri="{FF2B5EF4-FFF2-40B4-BE49-F238E27FC236}">
                <a16:creationId xmlns:a16="http://schemas.microsoft.com/office/drawing/2014/main" id="{5C599A43-5684-403A-8BAE-5854B551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8020" y="2648426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9" name="shape-1777">
            <a:extLst xmlns:a="http://schemas.openxmlformats.org/drawingml/2006/main">
              <a:ext uri="{FF2B5EF4-FFF2-40B4-BE49-F238E27FC236}">
                <a16:creationId xmlns:a16="http://schemas.microsoft.com/office/drawing/2014/main" id="{CF5C8CEC-E065-4DB2-83D6-5993A91E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6620" y="251745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0" name="shape-1778">
            <a:extLst xmlns:a="http://schemas.openxmlformats.org/drawingml/2006/main">
              <a:ext uri="{FF2B5EF4-FFF2-40B4-BE49-F238E27FC236}">
                <a16:creationId xmlns:a16="http://schemas.microsoft.com/office/drawing/2014/main" id="{D14079F4-C7C8-4676-89B8-D0858A94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23955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4F33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181" name="shape-1779">
            <a:extLst xmlns:a="http://schemas.openxmlformats.org/drawingml/2006/main">
              <a:ext uri="{FF2B5EF4-FFF2-40B4-BE49-F238E27FC236}">
                <a16:creationId xmlns:a16="http://schemas.microsoft.com/office/drawing/2014/main" id="{28C34790-51A6-4DF9-85F7-D35F1796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3820" y="259603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2" name="shape-1780">
            <a:extLst xmlns:a="http://schemas.openxmlformats.org/drawingml/2006/main">
              <a:ext uri="{FF2B5EF4-FFF2-40B4-BE49-F238E27FC236}">
                <a16:creationId xmlns:a16="http://schemas.microsoft.com/office/drawing/2014/main" id="{53F4CA54-9D89-4E0C-9A54-0987D214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2420" y="271653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3" name="text-1781">
            <a:extLst xmlns:a="http://schemas.openxmlformats.org/drawingml/2006/main">
              <a:ext uri="{FF2B5EF4-FFF2-40B4-BE49-F238E27FC236}">
                <a16:creationId xmlns:a16="http://schemas.microsoft.com/office/drawing/2014/main" id="{654D30A8-1C46-41C6-BC3A-59DCD4E7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选定操作类型与位移量</a:t>
            </a:r>
          </a:p>
        </p:txBody>
      </p:sp>
      <p:sp>
        <p:nvSpPr>
          <p:cNvPr id="184" name="shape-1782">
            <a:extLst xmlns:a="http://schemas.openxmlformats.org/drawingml/2006/main">
              <a:ext uri="{FF2B5EF4-FFF2-40B4-BE49-F238E27FC236}">
                <a16:creationId xmlns:a16="http://schemas.microsoft.com/office/drawing/2014/main" id="{2AF71BD3-C14D-4C42-B4AC-6733132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96000" y="3333750"/>
            <a:ext cx="2095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85" name="shape-1783">
            <a:extLst xmlns:a="http://schemas.openxmlformats.org/drawingml/2006/main">
              <a:ext uri="{FF2B5EF4-FFF2-40B4-BE49-F238E27FC236}">
                <a16:creationId xmlns:a16="http://schemas.microsoft.com/office/drawing/2014/main" id="{98F593E4-F740-4B0E-960B-DC3E925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810000"/>
            <a:ext cx="4000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EEE7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86" name="shape-1784">
            <a:extLst xmlns:a="http://schemas.openxmlformats.org/drawingml/2006/main">
              <a:ext uri="{FF2B5EF4-FFF2-40B4-BE49-F238E27FC236}">
                <a16:creationId xmlns:a16="http://schemas.microsoft.com/office/drawing/2014/main" id="{51DCC9D1-D634-4090-9D50-6C0C5FB8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952875"/>
            <a:ext cx="3429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87" name="text-1785">
            <a:extLst xmlns:a="http://schemas.openxmlformats.org/drawingml/2006/main">
              <a:ext uri="{FF2B5EF4-FFF2-40B4-BE49-F238E27FC236}">
                <a16:creationId xmlns:a16="http://schemas.microsoft.com/office/drawing/2014/main" id="{CC04528C-772A-43B0-A308-1FFB4DEE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阶段二：位置裁决（后定位置）</a:t>
            </a:r>
          </a:p>
        </p:txBody>
      </p:sp>
      <p:sp>
        <p:nvSpPr>
          <p:cNvPr id="188" name="text-1786">
            <a:extLst xmlns:a="http://schemas.openxmlformats.org/drawingml/2006/main">
              <a:ext uri="{FF2B5EF4-FFF2-40B4-BE49-F238E27FC236}">
                <a16:creationId xmlns:a16="http://schemas.microsoft.com/office/drawing/2014/main" id="{E07FDE7F-EE66-46DE-8863-03FA6179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38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位置竞争</a:t>
            </a:r>
          </a:p>
        </p:txBody>
      </p:sp>
      <p:sp>
        <p:nvSpPr>
          <p:cNvPr id="189" name="text-1787">
            <a:extLst xmlns:a="http://schemas.openxmlformats.org/drawingml/2006/main">
              <a:ext uri="{FF2B5EF4-FFF2-40B4-BE49-F238E27FC236}">
                <a16:creationId xmlns:a16="http://schemas.microsoft.com/office/drawing/2014/main" id="{47D07E5B-3452-4725-ACBF-39F4A8F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remote margin ≥ 0.04</a:t>
            </a:r>
          </a:p>
        </p:txBody>
      </p:sp>
      <p:sp>
        <p:nvSpPr>
          <p:cNvPr id="190" name="shape-1788">
            <a:extLst xmlns:a="http://schemas.openxmlformats.org/drawingml/2006/main">
              <a:ext uri="{FF2B5EF4-FFF2-40B4-BE49-F238E27FC236}">
                <a16:creationId xmlns:a16="http://schemas.microsoft.com/office/drawing/2014/main" id="{163C6BCD-55D2-4007-ABD9-0DD4A972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457700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4763">
            <a:solidFill>
              <a:srgbClr val="A96F06"/>
            </a:solidFill>
            <a:prstDash val="solid"/>
          </a:ln>
        </p:spPr>
      </p:sp>
      <p:sp>
        <p:nvSpPr>
          <p:cNvPr id="191" name="shape-1789">
            <a:extLst xmlns:a="http://schemas.openxmlformats.org/drawingml/2006/main">
              <a:ext uri="{FF2B5EF4-FFF2-40B4-BE49-F238E27FC236}">
                <a16:creationId xmlns:a16="http://schemas.microsoft.com/office/drawing/2014/main" id="{C5B743E9-B8ED-4D94-969A-841ED52F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4524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92" name="line-1790">
            <a:extLst xmlns:a="http://schemas.openxmlformats.org/drawingml/2006/main">
              <a:ext uri="{FF2B5EF4-FFF2-40B4-BE49-F238E27FC236}">
                <a16:creationId xmlns:a16="http://schemas.microsoft.com/office/drawing/2014/main" id="{C99A9CD9-C224-4719-98C7-28D431F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0375" y="4953000"/>
            <a:ext cx="666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D2C"/>
            </a:solidFill>
            <a:prstDash val="solid"/>
          </a:ln>
        </p:spPr>
      </p:sp>
      <p:sp>
        <p:nvSpPr>
          <p:cNvPr id="193" name="line-1791">
            <a:extLst xmlns:a="http://schemas.openxmlformats.org/drawingml/2006/main">
              <a:ext uri="{FF2B5EF4-FFF2-40B4-BE49-F238E27FC236}">
                <a16:creationId xmlns:a16="http://schemas.microsoft.com/office/drawing/2014/main" id="{805654AC-087C-4AFA-975B-83D74CD8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0375" y="5000625"/>
            <a:ext cx="1143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94" name="line-1792">
            <a:extLst xmlns:a="http://schemas.openxmlformats.org/drawingml/2006/main">
              <a:ext uri="{FF2B5EF4-FFF2-40B4-BE49-F238E27FC236}">
                <a16:creationId xmlns:a16="http://schemas.microsoft.com/office/drawing/2014/main" id="{2D35613C-26E8-4B8F-A262-EA84D32E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0375" y="4667250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95" name="line-1793">
            <a:extLst xmlns:a="http://schemas.openxmlformats.org/drawingml/2006/main">
              <a:ext uri="{FF2B5EF4-FFF2-40B4-BE49-F238E27FC236}">
                <a16:creationId xmlns:a16="http://schemas.microsoft.com/office/drawing/2014/main" id="{2AFECF15-C119-4A12-8698-FF31AFB8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10375" y="4896445"/>
            <a:ext cx="285750" cy="625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96" name="line-1794">
            <a:extLst xmlns:a="http://schemas.openxmlformats.org/drawingml/2006/main">
              <a:ext uri="{FF2B5EF4-FFF2-40B4-BE49-F238E27FC236}">
                <a16:creationId xmlns:a16="http://schemas.microsoft.com/office/drawing/2014/main" id="{42442185-B496-499D-8A1D-E7A6E31C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96125" y="4708922"/>
            <a:ext cx="285750" cy="187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97" name="line-1795">
            <a:extLst xmlns:a="http://schemas.openxmlformats.org/drawingml/2006/main">
              <a:ext uri="{FF2B5EF4-FFF2-40B4-BE49-F238E27FC236}">
                <a16:creationId xmlns:a16="http://schemas.microsoft.com/office/drawing/2014/main" id="{878C2B87-623B-4308-86F4-54A3142D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1875" y="4708922"/>
            <a:ext cx="285750" cy="1750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98" name="line-1796">
            <a:extLst xmlns:a="http://schemas.openxmlformats.org/drawingml/2006/main">
              <a:ext uri="{FF2B5EF4-FFF2-40B4-BE49-F238E27FC236}">
                <a16:creationId xmlns:a16="http://schemas.microsoft.com/office/drawing/2014/main" id="{B90DCEBC-BD45-4F8F-BAE3-F9A7392E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67625" y="4883944"/>
            <a:ext cx="2857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5C5B"/>
            </a:solidFill>
            <a:prstDash val="solid"/>
          </a:ln>
        </p:spPr>
      </p:sp>
      <p:sp>
        <p:nvSpPr>
          <p:cNvPr id="199" name="text-1797">
            <a:extLst xmlns:a="http://schemas.openxmlformats.org/drawingml/2006/main">
              <a:ext uri="{FF2B5EF4-FFF2-40B4-BE49-F238E27FC236}">
                <a16:creationId xmlns:a16="http://schemas.microsoft.com/office/drawing/2014/main" id="{3364E8C8-7DF1-4D14-B588-803F7E05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292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选定主位置模式</a:t>
            </a:r>
          </a:p>
        </p:txBody>
      </p:sp>
      <p:sp>
        <p:nvSpPr>
          <p:cNvPr id="200" name="shape-1798">
            <a:extLst xmlns:a="http://schemas.openxmlformats.org/drawingml/2006/main">
              <a:ext uri="{FF2B5EF4-FFF2-40B4-BE49-F238E27FC236}">
                <a16:creationId xmlns:a16="http://schemas.microsoft.com/office/drawing/2014/main" id="{DB486A66-A287-4BAF-B3C3-49EB66F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55245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ED6"/>
          </a:solidFill>
          <a:ln xmlns:a="http://schemas.openxmlformats.org/drawingml/2006/main" w="9525">
            <a:solidFill>
              <a:srgbClr val="C14F33"/>
            </a:solidFill>
            <a:prstDash val="dash"/>
          </a:ln>
        </p:spPr>
      </p:sp>
      <p:sp>
        <p:nvSpPr>
          <p:cNvPr id="201" name="text-1799">
            <a:extLst xmlns:a="http://schemas.openxmlformats.org/drawingml/2006/main">
              <a:ext uri="{FF2B5EF4-FFF2-40B4-BE49-F238E27FC236}">
                <a16:creationId xmlns:a16="http://schemas.microsoft.com/office/drawing/2014/main" id="{2D279092-609D-4A6D-8ED8-6789AD2D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证据冲突 → 拒答</a:t>
            </a:r>
          </a:p>
        </p:txBody>
      </p:sp>
      <p:sp>
        <p:nvSpPr>
          <p:cNvPr id="202" name="text-1800">
            <a:extLst xmlns:a="http://schemas.openxmlformats.org/drawingml/2006/main">
              <a:ext uri="{FF2B5EF4-FFF2-40B4-BE49-F238E27FC236}">
                <a16:creationId xmlns:a16="http://schemas.microsoft.com/office/drawing/2014/main" id="{F375B60F-66F1-4BEB-B169-01CF4DB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85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主位置模式</a:t>
            </a:r>
          </a:p>
        </p:txBody>
      </p:sp>
      <p:sp>
        <p:nvSpPr>
          <p:cNvPr id="203" name="text-1801">
            <a:extLst xmlns:a="http://schemas.openxmlformats.org/drawingml/2006/main">
              <a:ext uri="{FF2B5EF4-FFF2-40B4-BE49-F238E27FC236}">
                <a16:creationId xmlns:a16="http://schemas.microsoft.com/office/drawing/2014/main" id="{B45D2B3C-06F9-49F0-9B25-8EA0A6ED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716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13 年</a:t>
            </a:r>
          </a:p>
        </p:txBody>
      </p:sp>
      <p:sp>
        <p:nvSpPr>
          <p:cNvPr id="204" name="shape-1802">
            <a:extLst xmlns:a="http://schemas.openxmlformats.org/drawingml/2006/main">
              <a:ext uri="{FF2B5EF4-FFF2-40B4-BE49-F238E27FC236}">
                <a16:creationId xmlns:a16="http://schemas.microsoft.com/office/drawing/2014/main" id="{0CFD97AC-AAA3-4BCC-BA41-FB6894A1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0688" y="1452563"/>
            <a:ext cx="1381125" cy="1381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205" name="shape-1803">
            <a:extLst xmlns:a="http://schemas.openxmlformats.org/drawingml/2006/main">
              <a:ext uri="{FF2B5EF4-FFF2-40B4-BE49-F238E27FC236}">
                <a16:creationId xmlns:a16="http://schemas.microsoft.com/office/drawing/2014/main" id="{8CDF9A2A-C7B0-4A22-907B-367AF4E0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9339" y="1551214"/>
            <a:ext cx="1183821" cy="118382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6" name="shape-1804">
            <a:extLst xmlns:a="http://schemas.openxmlformats.org/drawingml/2006/main">
              <a:ext uri="{FF2B5EF4-FFF2-40B4-BE49-F238E27FC236}">
                <a16:creationId xmlns:a16="http://schemas.microsoft.com/office/drawing/2014/main" id="{AB76F44A-2F2C-4844-891D-083F87E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7991" y="1649866"/>
            <a:ext cx="986518" cy="98651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7" name="shape-1805">
            <a:extLst xmlns:a="http://schemas.openxmlformats.org/drawingml/2006/main">
              <a:ext uri="{FF2B5EF4-FFF2-40B4-BE49-F238E27FC236}">
                <a16:creationId xmlns:a16="http://schemas.microsoft.com/office/drawing/2014/main" id="{40EB5A64-0F06-4CCF-A7C4-FB41B7B2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6643" y="1748518"/>
            <a:ext cx="789214" cy="7892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8" name="shape-1806">
            <a:extLst xmlns:a="http://schemas.openxmlformats.org/drawingml/2006/main">
              <a:ext uri="{FF2B5EF4-FFF2-40B4-BE49-F238E27FC236}">
                <a16:creationId xmlns:a16="http://schemas.microsoft.com/office/drawing/2014/main" id="{BDCEA881-EFA0-448C-A71A-E9511CC2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295" y="1847170"/>
            <a:ext cx="591911" cy="59191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09" name="shape-1807">
            <a:extLst xmlns:a="http://schemas.openxmlformats.org/drawingml/2006/main">
              <a:ext uri="{FF2B5EF4-FFF2-40B4-BE49-F238E27FC236}">
                <a16:creationId xmlns:a16="http://schemas.microsoft.com/office/drawing/2014/main" id="{C6DB4409-0A8B-49FA-BE8C-844843D4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3946" y="1945821"/>
            <a:ext cx="394607" cy="39460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10" name="shape-1808">
            <a:extLst xmlns:a="http://schemas.openxmlformats.org/drawingml/2006/main">
              <a:ext uri="{FF2B5EF4-FFF2-40B4-BE49-F238E27FC236}">
                <a16:creationId xmlns:a16="http://schemas.microsoft.com/office/drawing/2014/main" id="{C590CC0D-BFC3-4646-881F-B83802C7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2598" y="2044473"/>
            <a:ext cx="197304" cy="1973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11" name="shape-1809">
            <a:extLst xmlns:a="http://schemas.openxmlformats.org/drawingml/2006/main">
              <a:ext uri="{FF2B5EF4-FFF2-40B4-BE49-F238E27FC236}">
                <a16:creationId xmlns:a16="http://schemas.microsoft.com/office/drawing/2014/main" id="{5CDF299F-C7BD-4DDA-B817-BC341C06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25050" y="2890838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12" name="text-1810">
            <a:extLst xmlns:a="http://schemas.openxmlformats.org/drawingml/2006/main">
              <a:ext uri="{FF2B5EF4-FFF2-40B4-BE49-F238E27FC236}">
                <a16:creationId xmlns:a16="http://schemas.microsoft.com/office/drawing/2014/main" id="{A706D1CA-A786-4FB7-AD86-AEBE4C4E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146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9 年</a:t>
            </a:r>
          </a:p>
        </p:txBody>
      </p:sp>
      <p:sp>
        <p:nvSpPr>
          <p:cNvPr id="213" name="shape-1811">
            <a:extLst xmlns:a="http://schemas.openxmlformats.org/drawingml/2006/main">
              <a:ext uri="{FF2B5EF4-FFF2-40B4-BE49-F238E27FC236}">
                <a16:creationId xmlns:a16="http://schemas.microsoft.com/office/drawing/2014/main" id="{117E30CD-355A-4B28-8EFD-0D35292C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3563" y="2738438"/>
            <a:ext cx="1095375" cy="1095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214" name="shape-1812">
            <a:extLst xmlns:a="http://schemas.openxmlformats.org/drawingml/2006/main">
              <a:ext uri="{FF2B5EF4-FFF2-40B4-BE49-F238E27FC236}">
                <a16:creationId xmlns:a16="http://schemas.microsoft.com/office/drawing/2014/main" id="{9A8AEBBE-AB4D-4327-A452-6E95554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1804" y="2816679"/>
            <a:ext cx="938893" cy="93889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15" name="shape-1813">
            <a:extLst xmlns:a="http://schemas.openxmlformats.org/drawingml/2006/main">
              <a:ext uri="{FF2B5EF4-FFF2-40B4-BE49-F238E27FC236}">
                <a16:creationId xmlns:a16="http://schemas.microsoft.com/office/drawing/2014/main" id="{046D53E2-F381-4E00-82FE-F153ADB0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0045" y="2894920"/>
            <a:ext cx="782411" cy="78241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16" name="shape-1814">
            <a:extLst xmlns:a="http://schemas.openxmlformats.org/drawingml/2006/main">
              <a:ext uri="{FF2B5EF4-FFF2-40B4-BE49-F238E27FC236}">
                <a16:creationId xmlns:a16="http://schemas.microsoft.com/office/drawing/2014/main" id="{162F5314-2F09-42DE-8EFF-133C0AA7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8286" y="2973161"/>
            <a:ext cx="625929" cy="6259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17" name="shape-1815">
            <a:extLst xmlns:a="http://schemas.openxmlformats.org/drawingml/2006/main">
              <a:ext uri="{FF2B5EF4-FFF2-40B4-BE49-F238E27FC236}">
                <a16:creationId xmlns:a16="http://schemas.microsoft.com/office/drawing/2014/main" id="{D69F41A1-F2C6-41C3-999F-89BDBE97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6527" y="3051402"/>
            <a:ext cx="469446" cy="46944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18" name="shape-1816">
            <a:extLst xmlns:a="http://schemas.openxmlformats.org/drawingml/2006/main">
              <a:ext uri="{FF2B5EF4-FFF2-40B4-BE49-F238E27FC236}">
                <a16:creationId xmlns:a16="http://schemas.microsoft.com/office/drawing/2014/main" id="{0F0A6A89-28FC-4FA2-8EEB-51FF1B55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4768" y="3129643"/>
            <a:ext cx="312964" cy="31296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19" name="shape-1817">
            <a:extLst xmlns:a="http://schemas.openxmlformats.org/drawingml/2006/main">
              <a:ext uri="{FF2B5EF4-FFF2-40B4-BE49-F238E27FC236}">
                <a16:creationId xmlns:a16="http://schemas.microsoft.com/office/drawing/2014/main" id="{866F3401-B463-4F53-A427-C2B94FFA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3009" y="3207884"/>
            <a:ext cx="156482" cy="15648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20" name="shape-1818">
            <a:extLst xmlns:a="http://schemas.openxmlformats.org/drawingml/2006/main">
              <a:ext uri="{FF2B5EF4-FFF2-40B4-BE49-F238E27FC236}">
                <a16:creationId xmlns:a16="http://schemas.microsoft.com/office/drawing/2014/main" id="{A406ED53-B68D-423B-B907-BBA8041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25050" y="3890963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21" name="text-1819">
            <a:extLst xmlns:a="http://schemas.openxmlformats.org/drawingml/2006/main">
              <a:ext uri="{FF2B5EF4-FFF2-40B4-BE49-F238E27FC236}">
                <a16:creationId xmlns:a16="http://schemas.microsoft.com/office/drawing/2014/main" id="{F9947A63-F37F-4106-863F-6345A8F5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62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7 年</a:t>
            </a:r>
          </a:p>
        </p:txBody>
      </p:sp>
      <p:sp>
        <p:nvSpPr>
          <p:cNvPr id="222" name="shape-1820">
            <a:extLst xmlns:a="http://schemas.openxmlformats.org/drawingml/2006/main">
              <a:ext uri="{FF2B5EF4-FFF2-40B4-BE49-F238E27FC236}">
                <a16:creationId xmlns:a16="http://schemas.microsoft.com/office/drawing/2014/main" id="{CAD29FA6-7428-4F7F-99B1-18161E3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895725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223" name="shape-1821">
            <a:extLst xmlns:a="http://schemas.openxmlformats.org/drawingml/2006/main">
              <a:ext uri="{FF2B5EF4-FFF2-40B4-BE49-F238E27FC236}">
                <a16:creationId xmlns:a16="http://schemas.microsoft.com/office/drawing/2014/main" id="{21073ED4-442B-4590-8F21-0528D28D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5693" y="3958318"/>
            <a:ext cx="751114" cy="75111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24" name="shape-1822">
            <a:extLst xmlns:a="http://schemas.openxmlformats.org/drawingml/2006/main">
              <a:ext uri="{FF2B5EF4-FFF2-40B4-BE49-F238E27FC236}">
                <a16:creationId xmlns:a16="http://schemas.microsoft.com/office/drawing/2014/main" id="{A4E4221E-CD22-41C0-B1BB-4226341D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8286" y="4020911"/>
            <a:ext cx="625929" cy="62592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25" name="shape-1823">
            <a:extLst xmlns:a="http://schemas.openxmlformats.org/drawingml/2006/main">
              <a:ext uri="{FF2B5EF4-FFF2-40B4-BE49-F238E27FC236}">
                <a16:creationId xmlns:a16="http://schemas.microsoft.com/office/drawing/2014/main" id="{080B8DB8-C1E2-4817-A490-97D23D2E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0879" y="4083504"/>
            <a:ext cx="500743" cy="50074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26" name="shape-1824">
            <a:extLst xmlns:a="http://schemas.openxmlformats.org/drawingml/2006/main">
              <a:ext uri="{FF2B5EF4-FFF2-40B4-BE49-F238E27FC236}">
                <a16:creationId xmlns:a16="http://schemas.microsoft.com/office/drawing/2014/main" id="{304F6E13-8360-444B-ABE8-A3D2318A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3471" y="4146096"/>
            <a:ext cx="375557" cy="3755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27" name="shape-1825">
            <a:extLst xmlns:a="http://schemas.openxmlformats.org/drawingml/2006/main">
              <a:ext uri="{FF2B5EF4-FFF2-40B4-BE49-F238E27FC236}">
                <a16:creationId xmlns:a16="http://schemas.microsoft.com/office/drawing/2014/main" id="{0F389583-7D50-4CF1-904A-9F5C948B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6064" y="4208689"/>
            <a:ext cx="250371" cy="2503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28" name="shape-1826">
            <a:extLst xmlns:a="http://schemas.openxmlformats.org/drawingml/2006/main">
              <a:ext uri="{FF2B5EF4-FFF2-40B4-BE49-F238E27FC236}">
                <a16:creationId xmlns:a16="http://schemas.microsoft.com/office/drawing/2014/main" id="{CEE8C1E2-C965-42EB-8244-9049069F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657" y="4271282"/>
            <a:ext cx="125186" cy="1251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29" name="shape-1827">
            <a:extLst xmlns:a="http://schemas.openxmlformats.org/drawingml/2006/main">
              <a:ext uri="{FF2B5EF4-FFF2-40B4-BE49-F238E27FC236}">
                <a16:creationId xmlns:a16="http://schemas.microsoft.com/office/drawing/2014/main" id="{B59103A7-226D-48E6-8C47-7AA212FB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25050" y="4829175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30" name="text-1828">
            <a:extLst xmlns:a="http://schemas.openxmlformats.org/drawingml/2006/main">
              <a:ext uri="{FF2B5EF4-FFF2-40B4-BE49-F238E27FC236}">
                <a16:creationId xmlns:a16="http://schemas.microsoft.com/office/drawing/2014/main" id="{5DC5532F-6470-4471-BA32-9126035C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149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5 年</a:t>
            </a:r>
          </a:p>
        </p:txBody>
      </p:sp>
      <p:sp>
        <p:nvSpPr>
          <p:cNvPr id="231" name="shape-1829">
            <a:extLst xmlns:a="http://schemas.openxmlformats.org/drawingml/2006/main">
              <a:ext uri="{FF2B5EF4-FFF2-40B4-BE49-F238E27FC236}">
                <a16:creationId xmlns:a16="http://schemas.microsoft.com/office/drawing/2014/main" id="{FC1D039A-75D6-47FB-8FBA-EF3F269E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75" y="4953000"/>
            <a:ext cx="666750" cy="666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232" name="shape-1830">
            <a:extLst xmlns:a="http://schemas.openxmlformats.org/drawingml/2006/main">
              <a:ext uri="{FF2B5EF4-FFF2-40B4-BE49-F238E27FC236}">
                <a16:creationId xmlns:a16="http://schemas.microsoft.com/office/drawing/2014/main" id="{E8EA1CC3-99AD-4F41-8BEE-6203E8B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5000625"/>
            <a:ext cx="571500" cy="57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33" name="shape-1831">
            <a:extLst xmlns:a="http://schemas.openxmlformats.org/drawingml/2006/main">
              <a:ext uri="{FF2B5EF4-FFF2-40B4-BE49-F238E27FC236}">
                <a16:creationId xmlns:a16="http://schemas.microsoft.com/office/drawing/2014/main" id="{E7896034-54DC-4580-B05F-2AE1A747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5048250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34" name="shape-1832">
            <a:extLst xmlns:a="http://schemas.openxmlformats.org/drawingml/2006/main">
              <a:ext uri="{FF2B5EF4-FFF2-40B4-BE49-F238E27FC236}">
                <a16:creationId xmlns:a16="http://schemas.microsoft.com/office/drawing/2014/main" id="{E29D9D21-BE0C-4E27-88AA-3FD3ABC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5095875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35" name="shape-1833">
            <a:extLst xmlns:a="http://schemas.openxmlformats.org/drawingml/2006/main">
              <a:ext uri="{FF2B5EF4-FFF2-40B4-BE49-F238E27FC236}">
                <a16:creationId xmlns:a16="http://schemas.microsoft.com/office/drawing/2014/main" id="{418A6FAC-8857-4162-9BC1-3B3E8F9E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375" y="51435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36" name="shape-1834">
            <a:extLst xmlns:a="http://schemas.openxmlformats.org/drawingml/2006/main">
              <a:ext uri="{FF2B5EF4-FFF2-40B4-BE49-F238E27FC236}">
                <a16:creationId xmlns:a16="http://schemas.microsoft.com/office/drawing/2014/main" id="{8C4FA65E-59A8-49BD-9C37-DBFB5A27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5191125"/>
            <a:ext cx="190500" cy="190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37" name="shape-1835">
            <a:extLst xmlns:a="http://schemas.openxmlformats.org/drawingml/2006/main">
              <a:ext uri="{FF2B5EF4-FFF2-40B4-BE49-F238E27FC236}">
                <a16:creationId xmlns:a16="http://schemas.microsoft.com/office/drawing/2014/main" id="{0D494E63-1B3E-4D3A-9157-BD060F8E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25" y="523875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238" name="shape-1836">
            <a:extLst xmlns:a="http://schemas.openxmlformats.org/drawingml/2006/main">
              <a:ext uri="{FF2B5EF4-FFF2-40B4-BE49-F238E27FC236}">
                <a16:creationId xmlns:a16="http://schemas.microsoft.com/office/drawing/2014/main" id="{45AA3167-8B67-492B-A6A1-CD3700C9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6048375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39" name="text-1837">
            <a:extLst xmlns:a="http://schemas.openxmlformats.org/drawingml/2006/main">
              <a:ext uri="{FF2B5EF4-FFF2-40B4-BE49-F238E27FC236}">
                <a16:creationId xmlns:a16="http://schemas.microsoft.com/office/drawing/2014/main" id="{F633B3D6-67CD-4C2C-8764-FBD76D8F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34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唯一主复核事件</a:t>
            </a:r>
          </a:p>
        </p:txBody>
      </p:sp>
      <p:sp>
        <p:nvSpPr>
          <p:cNvPr id="240" name="shape-1838">
            <a:extLst xmlns:a="http://schemas.openxmlformats.org/drawingml/2006/main">
              <a:ext uri="{FF2B5EF4-FFF2-40B4-BE49-F238E27FC236}">
                <a16:creationId xmlns:a16="http://schemas.microsoft.com/office/drawing/2014/main" id="{1AB3195D-79BF-4283-87E4-FB398EBC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61912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41" name="text-1839">
            <a:extLst xmlns:a="http://schemas.openxmlformats.org/drawingml/2006/main">
              <a:ext uri="{FF2B5EF4-FFF2-40B4-BE49-F238E27FC236}">
                <a16:creationId xmlns:a16="http://schemas.microsoft.com/office/drawing/2014/main" id="{4BCEF72B-F3CD-4F4D-B1C4-5A9FD98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7925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candidate</a:t>
            </a:r>
          </a:p>
        </p:txBody>
      </p:sp>
      <p:sp>
        <p:nvSpPr>
          <p:cNvPr id="242" name="shape-1840">
            <a:extLst xmlns:a="http://schemas.openxmlformats.org/drawingml/2006/main">
              <a:ext uri="{FF2B5EF4-FFF2-40B4-BE49-F238E27FC236}">
                <a16:creationId xmlns:a16="http://schemas.microsoft.com/office/drawing/2014/main" id="{A0C6A29D-7C6C-4615-ADFE-37DC1CBC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626745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43" name="shape-1841">
            <a:extLst xmlns:a="http://schemas.openxmlformats.org/drawingml/2006/main">
              <a:ext uri="{FF2B5EF4-FFF2-40B4-BE49-F238E27FC236}">
                <a16:creationId xmlns:a16="http://schemas.microsoft.com/office/drawing/2014/main" id="{976D56EA-7CB6-4BCB-A7E1-31ECE051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61912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44" name="text-1842">
            <a:extLst xmlns:a="http://schemas.openxmlformats.org/drawingml/2006/main">
              <a:ext uri="{FF2B5EF4-FFF2-40B4-BE49-F238E27FC236}">
                <a16:creationId xmlns:a16="http://schemas.microsoft.com/office/drawing/2014/main" id="{33F3F452-2534-4C4E-89E0-B4B812B1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257925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detected</a:t>
            </a:r>
          </a:p>
        </p:txBody>
      </p:sp>
      <p:sp>
        <p:nvSpPr>
          <p:cNvPr id="245" name="shape-1843">
            <a:extLst xmlns:a="http://schemas.openxmlformats.org/drawingml/2006/main">
              <a:ext uri="{FF2B5EF4-FFF2-40B4-BE49-F238E27FC236}">
                <a16:creationId xmlns:a16="http://schemas.microsoft.com/office/drawing/2014/main" id="{701DE89A-F016-427B-9AAC-B51ABC56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626745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46" name="shape-1844">
            <a:extLst xmlns:a="http://schemas.openxmlformats.org/drawingml/2006/main">
              <a:ext uri="{FF2B5EF4-FFF2-40B4-BE49-F238E27FC236}">
                <a16:creationId xmlns:a16="http://schemas.microsoft.com/office/drawing/2014/main" id="{58D1C7BA-CF99-4D5C-B102-307B2E2C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61912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47" name="text-1845">
            <a:extLst xmlns:a="http://schemas.openxmlformats.org/drawingml/2006/main">
              <a:ext uri="{FF2B5EF4-FFF2-40B4-BE49-F238E27FC236}">
                <a16:creationId xmlns:a16="http://schemas.microsoft.com/office/drawing/2014/main" id="{FED10336-4613-44DA-8DBF-722E419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257925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fused</a:t>
            </a:r>
          </a:p>
        </p:txBody>
      </p:sp>
      <p:sp>
        <p:nvSpPr>
          <p:cNvPr id="248" name="shape-1846">
            <a:extLst xmlns:a="http://schemas.openxmlformats.org/drawingml/2006/main">
              <a:ext uri="{FF2B5EF4-FFF2-40B4-BE49-F238E27FC236}">
                <a16:creationId xmlns:a16="http://schemas.microsoft.com/office/drawing/2014/main" id="{0B64ADAB-46C3-442B-AD98-1E9F4634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626745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49" name="shape-1847">
            <a:extLst xmlns:a="http://schemas.openxmlformats.org/drawingml/2006/main">
              <a:ext uri="{FF2B5EF4-FFF2-40B4-BE49-F238E27FC236}">
                <a16:creationId xmlns:a16="http://schemas.microsoft.com/office/drawing/2014/main" id="{A297C769-F1AD-4F20-A65E-75D97645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61912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50" name="text-1848">
            <a:extLst xmlns:a="http://schemas.openxmlformats.org/drawingml/2006/main">
              <a:ext uri="{FF2B5EF4-FFF2-40B4-BE49-F238E27FC236}">
                <a16:creationId xmlns:a16="http://schemas.microsoft.com/office/drawing/2014/main" id="{769A1FD2-F586-4697-9159-28A43EF8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257925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retained</a:t>
            </a:r>
          </a:p>
        </p:txBody>
      </p:sp>
      <p:sp>
        <p:nvSpPr>
          <p:cNvPr id="251" name="shape-1849">
            <a:extLst xmlns:a="http://schemas.openxmlformats.org/drawingml/2006/main">
              <a:ext uri="{FF2B5EF4-FFF2-40B4-BE49-F238E27FC236}">
                <a16:creationId xmlns:a16="http://schemas.microsoft.com/office/drawing/2014/main" id="{CF2411B6-B967-4F93-A15B-AF311339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626745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52" name="shape-1850">
            <a:extLst xmlns:a="http://schemas.openxmlformats.org/drawingml/2006/main">
              <a:ext uri="{FF2B5EF4-FFF2-40B4-BE49-F238E27FC236}">
                <a16:creationId xmlns:a16="http://schemas.microsoft.com/office/drawing/2014/main" id="{C6104C1B-7FF0-4BD6-B9DC-55E0926D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61912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53" name="text-1851">
            <a:extLst xmlns:a="http://schemas.openxmlformats.org/drawingml/2006/main">
              <a:ext uri="{FF2B5EF4-FFF2-40B4-BE49-F238E27FC236}">
                <a16:creationId xmlns:a16="http://schemas.microsoft.com/office/drawing/2014/main" id="{5598144A-8987-46D3-A37A-D82B8B1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257925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displayed</a:t>
            </a:r>
          </a:p>
        </p:txBody>
      </p:sp>
      <p:sp>
        <p:nvSpPr>
          <p:cNvPr id="254" name="shape-1852">
            <a:extLst xmlns:a="http://schemas.openxmlformats.org/drawingml/2006/main">
              <a:ext uri="{FF2B5EF4-FFF2-40B4-BE49-F238E27FC236}">
                <a16:creationId xmlns:a16="http://schemas.microsoft.com/office/drawing/2014/main" id="{FB07FBED-D33B-4F36-B02F-32692D2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626745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55" name="shape-1853">
            <a:extLst xmlns:a="http://schemas.openxmlformats.org/drawingml/2006/main">
              <a:ext uri="{FF2B5EF4-FFF2-40B4-BE49-F238E27FC236}">
                <a16:creationId xmlns:a16="http://schemas.microsoft.com/office/drawing/2014/main" id="{B96B2C7B-7017-4A6E-91CE-DF5F56C9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61912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56" name="text-1854">
            <a:extLst xmlns:a="http://schemas.openxmlformats.org/drawingml/2006/main">
              <a:ext uri="{FF2B5EF4-FFF2-40B4-BE49-F238E27FC236}">
                <a16:creationId xmlns:a16="http://schemas.microsoft.com/office/drawing/2014/main" id="{7FB9812C-1418-4379-BFD4-4C0FB31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257925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715606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06d95209847d2"/>
          <a:srcRect xmlns:a="http://schemas.openxmlformats.org/drawingml/2006/main" l="893" t="0" r="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61937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shape-1855">
            <a:extLst xmlns:a="http://schemas.openxmlformats.org/drawingml/2006/main">
              <a:ext uri="{FF2B5EF4-FFF2-40B4-BE49-F238E27FC236}">
                <a16:creationId xmlns:a16="http://schemas.microsoft.com/office/drawing/2014/main" id="{ADFCDE40-54CE-4525-B138-CDA12E10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191250"/>
            <a:ext cx="409575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E7DE"/>
          </a:solidFill>
          <a:ln xmlns:a="http://schemas.openxmlformats.org/drawingml/2006/main" w="1905">
            <a:solidFill>
              <a:srgbClr val="E5E7DE"/>
            </a:solidFill>
            <a:prstDash val="solid"/>
          </a:ln>
        </p:spPr>
      </p:sp>
      <p:sp>
        <p:nvSpPr>
          <p:cNvPr id="3" name="shape-1856">
            <a:extLst xmlns:a="http://schemas.openxmlformats.org/drawingml/2006/main">
              <a:ext uri="{FF2B5EF4-FFF2-40B4-BE49-F238E27FC236}">
                <a16:creationId xmlns:a16="http://schemas.microsoft.com/office/drawing/2014/main" id="{CFA6A2F1-2BD0-4BEF-BB83-FFACF67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6143625"/>
            <a:ext cx="5810250" cy="7143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CE9E0"/>
          </a:solidFill>
          <a:ln xmlns:a="http://schemas.openxmlformats.org/drawingml/2006/main" w="1905">
            <a:solidFill>
              <a:srgbClr val="ECE9E0"/>
            </a:solidFill>
            <a:prstDash val="solid"/>
          </a:ln>
        </p:spPr>
      </p:sp>
      <p:sp>
        <p:nvSpPr>
          <p:cNvPr id="4" name="shape-1857">
            <a:extLst xmlns:a="http://schemas.openxmlformats.org/drawingml/2006/main">
              <a:ext uri="{FF2B5EF4-FFF2-40B4-BE49-F238E27FC236}">
                <a16:creationId xmlns:a16="http://schemas.microsoft.com/office/drawing/2014/main" id="{4A856132-DE97-4A6A-8431-2A7B7205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191250"/>
            <a:ext cx="4572000" cy="666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1E4DA"/>
          </a:solidFill>
          <a:ln xmlns:a="http://schemas.openxmlformats.org/drawingml/2006/main" w="1905">
            <a:solidFill>
              <a:srgbClr val="E1E4DA"/>
            </a:solidFill>
            <a:prstDash val="solid"/>
          </a:ln>
        </p:spPr>
      </p:sp>
      <p:sp>
        <p:nvSpPr>
          <p:cNvPr id="5" name="line-1858">
            <a:extLst xmlns:a="http://schemas.openxmlformats.org/drawingml/2006/main">
              <a:ext uri="{FF2B5EF4-FFF2-40B4-BE49-F238E27FC236}">
                <a16:creationId xmlns:a16="http://schemas.microsoft.com/office/drawing/2014/main" id="{2FB7DDAE-F33F-45DC-A63F-322C198C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" y="6667500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" name="shape-1859">
            <a:extLst xmlns:a="http://schemas.openxmlformats.org/drawingml/2006/main">
              <a:ext uri="{FF2B5EF4-FFF2-40B4-BE49-F238E27FC236}">
                <a16:creationId xmlns:a16="http://schemas.microsoft.com/office/drawing/2014/main" id="{ECB29A8D-910B-4704-8573-D0014BA3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" y="6646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" name="line-1860">
            <a:extLst xmlns:a="http://schemas.openxmlformats.org/drawingml/2006/main">
              <a:ext uri="{FF2B5EF4-FFF2-40B4-BE49-F238E27FC236}">
                <a16:creationId xmlns:a16="http://schemas.microsoft.com/office/drawing/2014/main" id="{F2A7EED5-821D-4541-B2AD-D841B24F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5055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8" name="shape-1861">
            <a:extLst xmlns:a="http://schemas.openxmlformats.org/drawingml/2006/main">
              <a:ext uri="{FF2B5EF4-FFF2-40B4-BE49-F238E27FC236}">
                <a16:creationId xmlns:a16="http://schemas.microsoft.com/office/drawing/2014/main" id="{8B7CF208-DF6A-43C9-9A32-A6D59037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" y="64941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9" name="line-1862">
            <a:extLst xmlns:a="http://schemas.openxmlformats.org/drawingml/2006/main">
              <a:ext uri="{FF2B5EF4-FFF2-40B4-BE49-F238E27FC236}">
                <a16:creationId xmlns:a16="http://schemas.microsoft.com/office/drawing/2014/main" id="{472DB42A-AEB7-4B62-992E-FC01FD42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9650" y="6343650"/>
            <a:ext cx="953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0" name="shape-1863">
            <a:extLst xmlns:a="http://schemas.openxmlformats.org/drawingml/2006/main">
              <a:ext uri="{FF2B5EF4-FFF2-40B4-BE49-F238E27FC236}">
                <a16:creationId xmlns:a16="http://schemas.microsoft.com/office/drawing/2014/main" id="{6B83D4C2-8BC7-44D9-8071-9BEDD767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" y="63322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1" name="line-1864">
            <a:extLst xmlns:a="http://schemas.openxmlformats.org/drawingml/2006/main">
              <a:ext uri="{FF2B5EF4-FFF2-40B4-BE49-F238E27FC236}">
                <a16:creationId xmlns:a16="http://schemas.microsoft.com/office/drawing/2014/main" id="{952368D4-6F83-45F8-BA4E-4730825C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1600" y="61817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2" name="shape-1865">
            <a:extLst xmlns:a="http://schemas.openxmlformats.org/drawingml/2006/main">
              <a:ext uri="{FF2B5EF4-FFF2-40B4-BE49-F238E27FC236}">
                <a16:creationId xmlns:a16="http://schemas.microsoft.com/office/drawing/2014/main" id="{02F9483F-0305-48B0-AEB3-C2433133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" y="6170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3" name="line-1866">
            <a:extLst xmlns:a="http://schemas.openxmlformats.org/drawingml/2006/main">
              <a:ext uri="{FF2B5EF4-FFF2-40B4-BE49-F238E27FC236}">
                <a16:creationId xmlns:a16="http://schemas.microsoft.com/office/drawing/2014/main" id="{C206C2A0-11AA-47F5-ACB0-E570D74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6534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4" name="shape-1867">
            <a:extLst xmlns:a="http://schemas.openxmlformats.org/drawingml/2006/main">
              <a:ext uri="{FF2B5EF4-FFF2-40B4-BE49-F238E27FC236}">
                <a16:creationId xmlns:a16="http://schemas.microsoft.com/office/drawing/2014/main" id="{54537D6E-9EC1-4015-A591-DF9427C8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120" y="65227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5" name="line-1868">
            <a:extLst xmlns:a="http://schemas.openxmlformats.org/drawingml/2006/main">
              <a:ext uri="{FF2B5EF4-FFF2-40B4-BE49-F238E27FC236}">
                <a16:creationId xmlns:a16="http://schemas.microsoft.com/office/drawing/2014/main" id="{F993DEF4-2ABB-4906-BA79-BBEB0090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6372225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16" name="shape-1869">
            <a:extLst xmlns:a="http://schemas.openxmlformats.org/drawingml/2006/main">
              <a:ext uri="{FF2B5EF4-FFF2-40B4-BE49-F238E27FC236}">
                <a16:creationId xmlns:a16="http://schemas.microsoft.com/office/drawing/2014/main" id="{317C086C-61B5-4AEA-9760-E1074853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4545" y="63512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" name="line-1870">
            <a:extLst xmlns:a="http://schemas.openxmlformats.org/drawingml/2006/main">
              <a:ext uri="{FF2B5EF4-FFF2-40B4-BE49-F238E27FC236}">
                <a16:creationId xmlns:a16="http://schemas.microsoft.com/office/drawing/2014/main" id="{A628027D-F7A0-4B09-B78B-1776F77B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621030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18" name="shape-1871">
            <a:extLst xmlns:a="http://schemas.openxmlformats.org/drawingml/2006/main">
              <a:ext uri="{FF2B5EF4-FFF2-40B4-BE49-F238E27FC236}">
                <a16:creationId xmlns:a16="http://schemas.microsoft.com/office/drawing/2014/main" id="{17C75244-447B-4715-8351-32EBAA1E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6020" y="61988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19" name="line-1872">
            <a:extLst xmlns:a="http://schemas.openxmlformats.org/drawingml/2006/main">
              <a:ext uri="{FF2B5EF4-FFF2-40B4-BE49-F238E27FC236}">
                <a16:creationId xmlns:a16="http://schemas.microsoft.com/office/drawing/2014/main" id="{EECCEA48-0AAF-4344-804A-BAE3E9B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19400" y="65627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0" name="shape-1873">
            <a:extLst xmlns:a="http://schemas.openxmlformats.org/drawingml/2006/main">
              <a:ext uri="{FF2B5EF4-FFF2-40B4-BE49-F238E27FC236}">
                <a16:creationId xmlns:a16="http://schemas.microsoft.com/office/drawing/2014/main" id="{1798D3A9-722F-4DC1-BC50-2A70DB00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7970" y="65512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1" name="line-1874">
            <a:extLst xmlns:a="http://schemas.openxmlformats.org/drawingml/2006/main">
              <a:ext uri="{FF2B5EF4-FFF2-40B4-BE49-F238E27FC236}">
                <a16:creationId xmlns:a16="http://schemas.microsoft.com/office/drawing/2014/main" id="{23950E2C-D4DB-4AFF-8BD2-5658420F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81350" y="6400800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2" name="shape-1875">
            <a:extLst xmlns:a="http://schemas.openxmlformats.org/drawingml/2006/main">
              <a:ext uri="{FF2B5EF4-FFF2-40B4-BE49-F238E27FC236}">
                <a16:creationId xmlns:a16="http://schemas.microsoft.com/office/drawing/2014/main" id="{5C3F3DF2-BBD7-43CF-A739-5445DCDE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920" y="63893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3" name="line-1876">
            <a:extLst xmlns:a="http://schemas.openxmlformats.org/drawingml/2006/main">
              <a:ext uri="{FF2B5EF4-FFF2-40B4-BE49-F238E27FC236}">
                <a16:creationId xmlns:a16="http://schemas.microsoft.com/office/drawing/2014/main" id="{AE745A0C-5E4F-4C5A-AAC0-3F05CAE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62388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4" name="shape-1877">
            <a:extLst xmlns:a="http://schemas.openxmlformats.org/drawingml/2006/main">
              <a:ext uri="{FF2B5EF4-FFF2-40B4-BE49-F238E27FC236}">
                <a16:creationId xmlns:a16="http://schemas.microsoft.com/office/drawing/2014/main" id="{0715DA45-6EB8-438E-9D88-FE05CC43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0" y="6227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5" name="line-1878">
            <a:extLst xmlns:a="http://schemas.openxmlformats.org/drawingml/2006/main">
              <a:ext uri="{FF2B5EF4-FFF2-40B4-BE49-F238E27FC236}">
                <a16:creationId xmlns:a16="http://schemas.microsoft.com/office/drawing/2014/main" id="{3AC3654F-F18B-4D15-93E6-1E9172AD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6591300"/>
            <a:ext cx="953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26" name="shape-1879">
            <a:extLst xmlns:a="http://schemas.openxmlformats.org/drawingml/2006/main">
              <a:ext uri="{FF2B5EF4-FFF2-40B4-BE49-F238E27FC236}">
                <a16:creationId xmlns:a16="http://schemas.microsoft.com/office/drawing/2014/main" id="{11EC69EC-66D9-424B-B8E8-796638C5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65703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7" name="line-1880">
            <a:extLst xmlns:a="http://schemas.openxmlformats.org/drawingml/2006/main">
              <a:ext uri="{FF2B5EF4-FFF2-40B4-BE49-F238E27FC236}">
                <a16:creationId xmlns:a16="http://schemas.microsoft.com/office/drawing/2014/main" id="{3A11140C-0991-43AF-91BB-7DE5FB5C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64293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28" name="shape-1881">
            <a:extLst xmlns:a="http://schemas.openxmlformats.org/drawingml/2006/main">
              <a:ext uri="{FF2B5EF4-FFF2-40B4-BE49-F238E27FC236}">
                <a16:creationId xmlns:a16="http://schemas.microsoft.com/office/drawing/2014/main" id="{71956D7D-DA20-45AD-BC22-F23C69D4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4179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29" name="line-1882">
            <a:extLst xmlns:a="http://schemas.openxmlformats.org/drawingml/2006/main">
              <a:ext uri="{FF2B5EF4-FFF2-40B4-BE49-F238E27FC236}">
                <a16:creationId xmlns:a16="http://schemas.microsoft.com/office/drawing/2014/main" id="{34ED91EF-B3F9-43C9-B74C-CE8BB28B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26745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0" name="shape-1883">
            <a:extLst xmlns:a="http://schemas.openxmlformats.org/drawingml/2006/main">
              <a:ext uri="{FF2B5EF4-FFF2-40B4-BE49-F238E27FC236}">
                <a16:creationId xmlns:a16="http://schemas.microsoft.com/office/drawing/2014/main" id="{78B554A5-F022-4D6B-8B80-5A03EB3D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7720" y="6256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1" name="line-1884">
            <a:extLst xmlns:a="http://schemas.openxmlformats.org/drawingml/2006/main">
              <a:ext uri="{FF2B5EF4-FFF2-40B4-BE49-F238E27FC236}">
                <a16:creationId xmlns:a16="http://schemas.microsoft.com/office/drawing/2014/main" id="{6E13FBD5-ABE4-418D-934B-32986FEC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91100" y="6619875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2" name="shape-1885">
            <a:extLst xmlns:a="http://schemas.openxmlformats.org/drawingml/2006/main">
              <a:ext uri="{FF2B5EF4-FFF2-40B4-BE49-F238E27FC236}">
                <a16:creationId xmlns:a16="http://schemas.microsoft.com/office/drawing/2014/main" id="{AF4E9908-C0C3-43BC-A928-3712E06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670" y="66084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3" name="line-1886">
            <a:extLst xmlns:a="http://schemas.openxmlformats.org/drawingml/2006/main">
              <a:ext uri="{FF2B5EF4-FFF2-40B4-BE49-F238E27FC236}">
                <a16:creationId xmlns:a16="http://schemas.microsoft.com/office/drawing/2014/main" id="{73E375EB-35FF-4101-9A99-A9E27AD0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53050" y="6457950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4" name="shape-1887">
            <a:extLst xmlns:a="http://schemas.openxmlformats.org/drawingml/2006/main">
              <a:ext uri="{FF2B5EF4-FFF2-40B4-BE49-F238E27FC236}">
                <a16:creationId xmlns:a16="http://schemas.microsoft.com/office/drawing/2014/main" id="{663B9351-0452-4A86-9406-08A2A302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620" y="64465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5" name="line-1888">
            <a:extLst xmlns:a="http://schemas.openxmlformats.org/drawingml/2006/main">
              <a:ext uri="{FF2B5EF4-FFF2-40B4-BE49-F238E27FC236}">
                <a16:creationId xmlns:a16="http://schemas.microsoft.com/office/drawing/2014/main" id="{2A83B178-5FC0-40CE-A98D-4F2AA74E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6296025"/>
            <a:ext cx="953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36" name="shape-1889">
            <a:extLst xmlns:a="http://schemas.openxmlformats.org/drawingml/2006/main">
              <a:ext uri="{FF2B5EF4-FFF2-40B4-BE49-F238E27FC236}">
                <a16:creationId xmlns:a16="http://schemas.microsoft.com/office/drawing/2014/main" id="{DCAF2FAB-0A2E-4356-A65D-D251FC0D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045" y="62750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37" name="line-1890">
            <a:extLst xmlns:a="http://schemas.openxmlformats.org/drawingml/2006/main">
              <a:ext uri="{FF2B5EF4-FFF2-40B4-BE49-F238E27FC236}">
                <a16:creationId xmlns:a16="http://schemas.microsoft.com/office/drawing/2014/main" id="{AD9A2A3F-6428-4765-A990-EC7E1548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76950" y="6648450"/>
            <a:ext cx="953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38" name="shape-1891">
            <a:extLst xmlns:a="http://schemas.openxmlformats.org/drawingml/2006/main">
              <a:ext uri="{FF2B5EF4-FFF2-40B4-BE49-F238E27FC236}">
                <a16:creationId xmlns:a16="http://schemas.microsoft.com/office/drawing/2014/main" id="{B9FF7A85-EAFE-4678-8967-61DB8509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520" y="66370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39" name="line-1892">
            <a:extLst xmlns:a="http://schemas.openxmlformats.org/drawingml/2006/main">
              <a:ext uri="{FF2B5EF4-FFF2-40B4-BE49-F238E27FC236}">
                <a16:creationId xmlns:a16="http://schemas.microsoft.com/office/drawing/2014/main" id="{805D6A63-2007-4763-BEE9-4B206D1A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38900" y="64865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0" name="shape-1893">
            <a:extLst xmlns:a="http://schemas.openxmlformats.org/drawingml/2006/main">
              <a:ext uri="{FF2B5EF4-FFF2-40B4-BE49-F238E27FC236}">
                <a16:creationId xmlns:a16="http://schemas.microsoft.com/office/drawing/2014/main" id="{5C7B6867-EC9B-429E-B04A-3E033265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470" y="64750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1" name="line-1894">
            <a:extLst xmlns:a="http://schemas.openxmlformats.org/drawingml/2006/main">
              <a:ext uri="{FF2B5EF4-FFF2-40B4-BE49-F238E27FC236}">
                <a16:creationId xmlns:a16="http://schemas.microsoft.com/office/drawing/2014/main" id="{2FC5EE21-47EC-4F59-8FA4-486EAF47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6324600"/>
            <a:ext cx="953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2" name="shape-1895">
            <a:extLst xmlns:a="http://schemas.openxmlformats.org/drawingml/2006/main">
              <a:ext uri="{FF2B5EF4-FFF2-40B4-BE49-F238E27FC236}">
                <a16:creationId xmlns:a16="http://schemas.microsoft.com/office/drawing/2014/main" id="{4BD52F7E-856C-4C7C-B418-F0DA4152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420" y="63131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3" name="line-1896">
            <a:extLst xmlns:a="http://schemas.openxmlformats.org/drawingml/2006/main">
              <a:ext uri="{FF2B5EF4-FFF2-40B4-BE49-F238E27FC236}">
                <a16:creationId xmlns:a16="http://schemas.microsoft.com/office/drawing/2014/main" id="{49CA40DB-B785-4880-B571-4304D8E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6162675"/>
            <a:ext cx="953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4" name="shape-1897">
            <a:extLst xmlns:a="http://schemas.openxmlformats.org/drawingml/2006/main">
              <a:ext uri="{FF2B5EF4-FFF2-40B4-BE49-F238E27FC236}">
                <a16:creationId xmlns:a16="http://schemas.microsoft.com/office/drawing/2014/main" id="{6D5A22B2-92AA-4ACC-92DF-01BA2EEB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370" y="6151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5" name="line-1898">
            <a:extLst xmlns:a="http://schemas.openxmlformats.org/drawingml/2006/main">
              <a:ext uri="{FF2B5EF4-FFF2-40B4-BE49-F238E27FC236}">
                <a16:creationId xmlns:a16="http://schemas.microsoft.com/office/drawing/2014/main" id="{B17CAC62-AE99-431B-ACE4-0D76BDE7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515100"/>
            <a:ext cx="953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46" name="shape-1899">
            <a:extLst xmlns:a="http://schemas.openxmlformats.org/drawingml/2006/main">
              <a:ext uri="{FF2B5EF4-FFF2-40B4-BE49-F238E27FC236}">
                <a16:creationId xmlns:a16="http://schemas.microsoft.com/office/drawing/2014/main" id="{36C05FD5-1C3F-4139-A2FB-AA4EEDC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3795" y="64941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47" name="line-1900">
            <a:extLst xmlns:a="http://schemas.openxmlformats.org/drawingml/2006/main">
              <a:ext uri="{FF2B5EF4-FFF2-40B4-BE49-F238E27FC236}">
                <a16:creationId xmlns:a16="http://schemas.microsoft.com/office/drawing/2014/main" id="{E2589A11-E122-49C7-9EEF-8DD25EF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3531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48" name="shape-1901">
            <a:extLst xmlns:a="http://schemas.openxmlformats.org/drawingml/2006/main">
              <a:ext uri="{FF2B5EF4-FFF2-40B4-BE49-F238E27FC236}">
                <a16:creationId xmlns:a16="http://schemas.microsoft.com/office/drawing/2014/main" id="{ADA205E0-02A9-4452-B5AD-4A1CA980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5270" y="63417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49" name="line-1902">
            <a:extLst xmlns:a="http://schemas.openxmlformats.org/drawingml/2006/main">
              <a:ext uri="{FF2B5EF4-FFF2-40B4-BE49-F238E27FC236}">
                <a16:creationId xmlns:a16="http://schemas.microsoft.com/office/drawing/2014/main" id="{C435B717-3483-46FC-9301-C7D08A8D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48650" y="6191250"/>
            <a:ext cx="953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0" name="shape-1903">
            <a:extLst xmlns:a="http://schemas.openxmlformats.org/drawingml/2006/main">
              <a:ext uri="{FF2B5EF4-FFF2-40B4-BE49-F238E27FC236}">
                <a16:creationId xmlns:a16="http://schemas.microsoft.com/office/drawing/2014/main" id="{44B69BCD-327B-40CE-B16B-932AE30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220" y="6179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1" name="line-1904">
            <a:extLst xmlns:a="http://schemas.openxmlformats.org/drawingml/2006/main">
              <a:ext uri="{FF2B5EF4-FFF2-40B4-BE49-F238E27FC236}">
                <a16:creationId xmlns:a16="http://schemas.microsoft.com/office/drawing/2014/main" id="{554E6469-4D48-4BA3-BB37-C72817F3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10600" y="654367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2" name="shape-1905">
            <a:extLst xmlns:a="http://schemas.openxmlformats.org/drawingml/2006/main">
              <a:ext uri="{FF2B5EF4-FFF2-40B4-BE49-F238E27FC236}">
                <a16:creationId xmlns:a16="http://schemas.microsoft.com/office/drawing/2014/main" id="{D47062FC-3453-4D46-A5F3-4D509004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9170" y="65322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3" name="line-1906">
            <a:extLst xmlns:a="http://schemas.openxmlformats.org/drawingml/2006/main">
              <a:ext uri="{FF2B5EF4-FFF2-40B4-BE49-F238E27FC236}">
                <a16:creationId xmlns:a16="http://schemas.microsoft.com/office/drawing/2014/main" id="{74059FEA-8BB2-46EC-B84B-6AFCEBAD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72550" y="63817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4" name="shape-1907">
            <a:extLst xmlns:a="http://schemas.openxmlformats.org/drawingml/2006/main">
              <a:ext uri="{FF2B5EF4-FFF2-40B4-BE49-F238E27FC236}">
                <a16:creationId xmlns:a16="http://schemas.microsoft.com/office/drawing/2014/main" id="{7895E299-037B-40B9-A039-A30970D6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120" y="63703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5" name="line-1908">
            <a:extLst xmlns:a="http://schemas.openxmlformats.org/drawingml/2006/main">
              <a:ext uri="{FF2B5EF4-FFF2-40B4-BE49-F238E27FC236}">
                <a16:creationId xmlns:a16="http://schemas.microsoft.com/office/drawing/2014/main" id="{33D376E3-7E67-4BDC-9455-7FB2FD0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34500" y="62198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56" name="shape-1909">
            <a:extLst xmlns:a="http://schemas.openxmlformats.org/drawingml/2006/main">
              <a:ext uri="{FF2B5EF4-FFF2-40B4-BE49-F238E27FC236}">
                <a16:creationId xmlns:a16="http://schemas.microsoft.com/office/drawing/2014/main" id="{CAB1A19A-A7FF-426E-8BA4-0C96C95D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3545" y="61988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57" name="line-1910">
            <a:extLst xmlns:a="http://schemas.openxmlformats.org/drawingml/2006/main">
              <a:ext uri="{FF2B5EF4-FFF2-40B4-BE49-F238E27FC236}">
                <a16:creationId xmlns:a16="http://schemas.microsoft.com/office/drawing/2014/main" id="{DBB7BFE1-2274-47AA-B6CF-A377E2CB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96450" y="657225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58" name="shape-1911">
            <a:extLst xmlns:a="http://schemas.openxmlformats.org/drawingml/2006/main">
              <a:ext uri="{FF2B5EF4-FFF2-40B4-BE49-F238E27FC236}">
                <a16:creationId xmlns:a16="http://schemas.microsoft.com/office/drawing/2014/main" id="{C51E341C-ED74-422C-8898-F1D4783D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020" y="656082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59" name="line-1912">
            <a:extLst xmlns:a="http://schemas.openxmlformats.org/drawingml/2006/main">
              <a:ext uri="{FF2B5EF4-FFF2-40B4-BE49-F238E27FC236}">
                <a16:creationId xmlns:a16="http://schemas.microsoft.com/office/drawing/2014/main" id="{66723BDD-5815-46AB-994D-8816D9C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6410325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0" name="shape-1913">
            <a:extLst xmlns:a="http://schemas.openxmlformats.org/drawingml/2006/main">
              <a:ext uri="{FF2B5EF4-FFF2-40B4-BE49-F238E27FC236}">
                <a16:creationId xmlns:a16="http://schemas.microsoft.com/office/drawing/2014/main" id="{418CA3DF-BED8-4AD7-8F1D-C227797B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6970" y="63988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1" name="line-1914">
            <a:extLst xmlns:a="http://schemas.openxmlformats.org/drawingml/2006/main">
              <a:ext uri="{FF2B5EF4-FFF2-40B4-BE49-F238E27FC236}">
                <a16:creationId xmlns:a16="http://schemas.microsoft.com/office/drawing/2014/main" id="{4B284DFE-E2F0-47C3-A243-4990367D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0350" y="6248400"/>
            <a:ext cx="953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2" name="shape-1915">
            <a:extLst xmlns:a="http://schemas.openxmlformats.org/drawingml/2006/main">
              <a:ext uri="{FF2B5EF4-FFF2-40B4-BE49-F238E27FC236}">
                <a16:creationId xmlns:a16="http://schemas.microsoft.com/office/drawing/2014/main" id="{351862FE-D1CC-4A80-924C-39150D4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920" y="6236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3" name="line-1916">
            <a:extLst xmlns:a="http://schemas.openxmlformats.org/drawingml/2006/main">
              <a:ext uri="{FF2B5EF4-FFF2-40B4-BE49-F238E27FC236}">
                <a16:creationId xmlns:a16="http://schemas.microsoft.com/office/drawing/2014/main" id="{E5AD0A21-22CE-4337-B07F-C0F59C1D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66008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4" name="shape-1917">
            <a:extLst xmlns:a="http://schemas.openxmlformats.org/drawingml/2006/main">
              <a:ext uri="{FF2B5EF4-FFF2-40B4-BE49-F238E27FC236}">
                <a16:creationId xmlns:a16="http://schemas.microsoft.com/office/drawing/2014/main" id="{2F1469A4-CDE0-4873-848D-D42DD9DD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0870" y="658939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5" name="line-1918">
            <a:extLst xmlns:a="http://schemas.openxmlformats.org/drawingml/2006/main">
              <a:ext uri="{FF2B5EF4-FFF2-40B4-BE49-F238E27FC236}">
                <a16:creationId xmlns:a16="http://schemas.microsoft.com/office/drawing/2014/main" id="{6F946AC3-6DB7-4329-B035-C68D799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6438900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C5B"/>
            </a:solidFill>
            <a:prstDash val="solid"/>
          </a:ln>
        </p:spPr>
      </p:sp>
      <p:sp>
        <p:nvSpPr>
          <p:cNvPr id="66" name="shape-1919">
            <a:extLst xmlns:a="http://schemas.openxmlformats.org/drawingml/2006/main">
              <a:ext uri="{FF2B5EF4-FFF2-40B4-BE49-F238E27FC236}">
                <a16:creationId xmlns:a16="http://schemas.microsoft.com/office/drawing/2014/main" id="{DB436162-90A3-495C-A86C-319D4D2D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3295" y="64179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67" name="line-1920">
            <a:extLst xmlns:a="http://schemas.openxmlformats.org/drawingml/2006/main">
              <a:ext uri="{FF2B5EF4-FFF2-40B4-BE49-F238E27FC236}">
                <a16:creationId xmlns:a16="http://schemas.microsoft.com/office/drawing/2014/main" id="{C1A74302-0AE4-4112-911F-1110D2B5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06200" y="6276975"/>
            <a:ext cx="953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68" name="shape-1921">
            <a:extLst xmlns:a="http://schemas.openxmlformats.org/drawingml/2006/main">
              <a:ext uri="{FF2B5EF4-FFF2-40B4-BE49-F238E27FC236}">
                <a16:creationId xmlns:a16="http://schemas.microsoft.com/office/drawing/2014/main" id="{D83D71FE-5446-4576-9E68-9FCBA831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4770" y="62655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69" name="line-1922">
            <a:extLst xmlns:a="http://schemas.openxmlformats.org/drawingml/2006/main">
              <a:ext uri="{FF2B5EF4-FFF2-40B4-BE49-F238E27FC236}">
                <a16:creationId xmlns:a16="http://schemas.microsoft.com/office/drawing/2014/main" id="{03DDA628-FFC7-42BF-8FB1-F6336921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8150" y="662940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0" name="shape-1923">
            <a:extLst xmlns:a="http://schemas.openxmlformats.org/drawingml/2006/main">
              <a:ext uri="{FF2B5EF4-FFF2-40B4-BE49-F238E27FC236}">
                <a16:creationId xmlns:a16="http://schemas.microsoft.com/office/drawing/2014/main" id="{85001F3E-D40E-4514-AA19-0BD722A6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6720" y="661797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1" name="line-1924">
            <a:extLst xmlns:a="http://schemas.openxmlformats.org/drawingml/2006/main">
              <a:ext uri="{FF2B5EF4-FFF2-40B4-BE49-F238E27FC236}">
                <a16:creationId xmlns:a16="http://schemas.microsoft.com/office/drawing/2014/main" id="{ADFB9022-3CBC-456F-A39F-19FF7F6B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30100" y="6467475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6BA"/>
            </a:solidFill>
            <a:prstDash val="solid"/>
          </a:ln>
        </p:spPr>
      </p:sp>
      <p:sp>
        <p:nvSpPr>
          <p:cNvPr id="72" name="shape-1925">
            <a:extLst xmlns:a="http://schemas.openxmlformats.org/drawingml/2006/main">
              <a:ext uri="{FF2B5EF4-FFF2-40B4-BE49-F238E27FC236}">
                <a16:creationId xmlns:a16="http://schemas.microsoft.com/office/drawing/2014/main" id="{4E17087B-DFF3-49AC-A069-92CF89D9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8670" y="6456045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770"/>
          </a:solidFill>
          <a:ln xmlns:a="http://schemas.openxmlformats.org/drawingml/2006/main" w="9525">
            <a:solidFill>
              <a:srgbClr val="6E7770"/>
            </a:solidFill>
            <a:prstDash val="solid"/>
          </a:ln>
        </p:spPr>
      </p:sp>
      <p:sp>
        <p:nvSpPr>
          <p:cNvPr id="73" name="text-1926">
            <a:extLst xmlns:a="http://schemas.openxmlformats.org/drawingml/2006/main">
              <a:ext uri="{FF2B5EF4-FFF2-40B4-BE49-F238E27FC236}">
                <a16:creationId xmlns:a16="http://schemas.microsoft.com/office/drawing/2014/main" id="{DBD5DC39-F834-46DF-AEDB-818E35D9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90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0" i="0">
                <a:solidFill>
                  <a:srgbClr val="AAB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4" name="text-1927">
            <a:extLst xmlns:a="http://schemas.openxmlformats.org/drawingml/2006/main">
              <a:ext uri="{FF2B5EF4-FFF2-40B4-BE49-F238E27FC236}">
                <a16:creationId xmlns:a16="http://schemas.microsoft.com/office/drawing/2014/main" id="{99874804-AA93-4C07-88AC-388E5CCF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一次确认一个事件，编辑后立即重新诊断</a:t>
            </a:r>
          </a:p>
        </p:txBody>
      </p:sp>
      <p:sp>
        <p:nvSpPr>
          <p:cNvPr id="75" name="line-1928">
            <a:extLst xmlns:a="http://schemas.openxmlformats.org/drawingml/2006/main">
              <a:ext uri="{FF2B5EF4-FFF2-40B4-BE49-F238E27FC236}">
                <a16:creationId xmlns:a16="http://schemas.microsoft.com/office/drawing/2014/main" id="{18CB3F21-D1ED-4693-9603-ECCA9D63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857250"/>
            <a:ext cx="809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C5B"/>
            </a:solidFill>
            <a:prstDash val="solid"/>
          </a:ln>
        </p:spPr>
      </p:sp>
      <p:sp>
        <p:nvSpPr>
          <p:cNvPr id="76" name="shape-1929">
            <a:extLst xmlns:a="http://schemas.openxmlformats.org/drawingml/2006/main">
              <a:ext uri="{FF2B5EF4-FFF2-40B4-BE49-F238E27FC236}">
                <a16:creationId xmlns:a16="http://schemas.microsoft.com/office/drawing/2014/main" id="{1B13C630-3999-42BB-A916-01F8813B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190625"/>
            <a:ext cx="3857625" cy="4000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7" name="shape-1930">
            <a:extLst xmlns:a="http://schemas.openxmlformats.org/drawingml/2006/main">
              <a:ext uri="{FF2B5EF4-FFF2-40B4-BE49-F238E27FC236}">
                <a16:creationId xmlns:a16="http://schemas.microsoft.com/office/drawing/2014/main" id="{483546A7-0A4C-4162-82D1-4306EB6D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1190625"/>
            <a:ext cx="38576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78" name="text-1931">
            <a:extLst xmlns:a="http://schemas.openxmlformats.org/drawingml/2006/main">
              <a:ext uri="{FF2B5EF4-FFF2-40B4-BE49-F238E27FC236}">
                <a16:creationId xmlns:a16="http://schemas.microsoft.com/office/drawing/2014/main" id="{738C4560-9EBA-41D4-B757-0FAE34EE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668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9 年主复核窗：1949–1957</a:t>
            </a:r>
          </a:p>
        </p:txBody>
      </p:sp>
      <p:sp>
        <p:nvSpPr>
          <p:cNvPr id="79" name="text-1932">
            <a:extLst xmlns:a="http://schemas.openxmlformats.org/drawingml/2006/main">
              <a:ext uri="{FF2B5EF4-FFF2-40B4-BE49-F238E27FC236}">
                <a16:creationId xmlns:a16="http://schemas.microsoft.com/office/drawing/2014/main" id="{654ADB0E-A83F-42AD-A11B-1694A9DA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</p:txBody>
      </p:sp>
      <p:sp>
        <p:nvSpPr>
          <p:cNvPr id="80" name="text-1933">
            <a:extLst xmlns:a="http://schemas.openxmlformats.org/drawingml/2006/main">
              <a:ext uri="{FF2B5EF4-FFF2-40B4-BE49-F238E27FC236}">
                <a16:creationId xmlns:a16="http://schemas.microsoft.com/office/drawing/2014/main" id="{B264E028-44F8-4333-845F-9975383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#1</a:t>
            </a:r>
          </a:p>
        </p:txBody>
      </p:sp>
      <p:sp>
        <p:nvSpPr>
          <p:cNvPr id="81" name="shape-1934">
            <a:extLst xmlns:a="http://schemas.openxmlformats.org/drawingml/2006/main">
              <a:ext uri="{FF2B5EF4-FFF2-40B4-BE49-F238E27FC236}">
                <a16:creationId xmlns:a16="http://schemas.microsoft.com/office/drawing/2014/main" id="{0C43E5F3-DEA3-4627-B8C8-D795935C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202882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96F06"/>
            </a:solidFill>
            <a:prstDash val="solid"/>
          </a:ln>
        </p:spPr>
      </p:sp>
      <p:sp>
        <p:nvSpPr>
          <p:cNvPr id="82" name="shape-1935">
            <a:extLst xmlns:a="http://schemas.openxmlformats.org/drawingml/2006/main">
              <a:ext uri="{FF2B5EF4-FFF2-40B4-BE49-F238E27FC236}">
                <a16:creationId xmlns:a16="http://schemas.microsoft.com/office/drawing/2014/main" id="{A941AB5B-0D4F-4BBC-87E1-2B86A969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3" y="2081213"/>
            <a:ext cx="314325" cy="314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83" name="shape-1936">
            <a:extLst xmlns:a="http://schemas.openxmlformats.org/drawingml/2006/main">
              <a:ext uri="{FF2B5EF4-FFF2-40B4-BE49-F238E27FC236}">
                <a16:creationId xmlns:a16="http://schemas.microsoft.com/office/drawing/2014/main" id="{DBBC5995-870A-4454-88C9-1B6FE5A2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1336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84" name="shape-1937">
            <a:extLst xmlns:a="http://schemas.openxmlformats.org/drawingml/2006/main">
              <a:ext uri="{FF2B5EF4-FFF2-40B4-BE49-F238E27FC236}">
                <a16:creationId xmlns:a16="http://schemas.microsoft.com/office/drawing/2014/main" id="{71F5D3B4-D548-4DB2-A25D-720F3165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8" y="2185988"/>
            <a:ext cx="104775" cy="104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A96F06"/>
            </a:solidFill>
            <a:prstDash val="solid"/>
          </a:ln>
        </p:spPr>
      </p:sp>
      <p:sp>
        <p:nvSpPr>
          <p:cNvPr id="85" name="text-1938">
            <a:extLst xmlns:a="http://schemas.openxmlformats.org/drawingml/2006/main">
              <a:ext uri="{FF2B5EF4-FFF2-40B4-BE49-F238E27FC236}">
                <a16:creationId xmlns:a16="http://schemas.microsoft.com/office/drawing/2014/main" id="{CF8F4FC5-9CB3-4AA9-AFE4-4CF239EC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240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1952</a:t>
            </a:r>
          </a:p>
        </p:txBody>
      </p:sp>
      <p:sp>
        <p:nvSpPr>
          <p:cNvPr id="86" name="text-1939">
            <a:extLst xmlns:a="http://schemas.openxmlformats.org/drawingml/2006/main">
              <a:ext uri="{FF2B5EF4-FFF2-40B4-BE49-F238E27FC236}">
                <a16:creationId xmlns:a16="http://schemas.microsoft.com/office/drawing/2014/main" id="{889DE14F-BCC0-499E-AC53-74F7E35E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622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#2</a:t>
            </a:r>
          </a:p>
        </p:txBody>
      </p:sp>
      <p:sp>
        <p:nvSpPr>
          <p:cNvPr id="87" name="shape-1940">
            <a:extLst xmlns:a="http://schemas.openxmlformats.org/drawingml/2006/main">
              <a:ext uri="{FF2B5EF4-FFF2-40B4-BE49-F238E27FC236}">
                <a16:creationId xmlns:a16="http://schemas.microsoft.com/office/drawing/2014/main" id="{CC83076B-756B-4201-8DAB-12155DC3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26479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0B5C5B"/>
            </a:solidFill>
            <a:prstDash val="solid"/>
          </a:ln>
        </p:spPr>
      </p:sp>
      <p:sp>
        <p:nvSpPr>
          <p:cNvPr id="88" name="shape-1941">
            <a:extLst xmlns:a="http://schemas.openxmlformats.org/drawingml/2006/main">
              <a:ext uri="{FF2B5EF4-FFF2-40B4-BE49-F238E27FC236}">
                <a16:creationId xmlns:a16="http://schemas.microsoft.com/office/drawing/2014/main" id="{17D63F20-1627-4B31-9BA9-706D809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3" y="2700338"/>
            <a:ext cx="314325" cy="314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89" name="shape-1942">
            <a:extLst xmlns:a="http://schemas.openxmlformats.org/drawingml/2006/main">
              <a:ext uri="{FF2B5EF4-FFF2-40B4-BE49-F238E27FC236}">
                <a16:creationId xmlns:a16="http://schemas.microsoft.com/office/drawing/2014/main" id="{A9169413-EA63-4230-A8E6-4A2482CA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752725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90" name="shape-1943">
            <a:extLst xmlns:a="http://schemas.openxmlformats.org/drawingml/2006/main">
              <a:ext uri="{FF2B5EF4-FFF2-40B4-BE49-F238E27FC236}">
                <a16:creationId xmlns:a16="http://schemas.microsoft.com/office/drawing/2014/main" id="{36761A9F-059A-4B09-ACBF-66CE0E69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8" y="2805113"/>
            <a:ext cx="104775" cy="104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0B5C5B"/>
            </a:solidFill>
            <a:prstDash val="solid"/>
          </a:ln>
        </p:spPr>
      </p:sp>
      <p:sp>
        <p:nvSpPr>
          <p:cNvPr id="91" name="text-1944">
            <a:extLst xmlns:a="http://schemas.openxmlformats.org/drawingml/2006/main">
              <a:ext uri="{FF2B5EF4-FFF2-40B4-BE49-F238E27FC236}">
                <a16:creationId xmlns:a16="http://schemas.microsoft.com/office/drawing/2014/main" id="{8B96C6E0-9D1F-45A3-9508-F77C6C7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1951</a:t>
            </a:r>
          </a:p>
        </p:txBody>
      </p:sp>
      <p:sp>
        <p:nvSpPr>
          <p:cNvPr id="92" name="text-1945">
            <a:extLst xmlns:a="http://schemas.openxmlformats.org/drawingml/2006/main">
              <a:ext uri="{FF2B5EF4-FFF2-40B4-BE49-F238E27FC236}">
                <a16:creationId xmlns:a16="http://schemas.microsoft.com/office/drawing/2014/main" id="{B50A1A24-9C6F-4447-82BD-968729E0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813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#3</a:t>
            </a:r>
          </a:p>
        </p:txBody>
      </p:sp>
      <p:sp>
        <p:nvSpPr>
          <p:cNvPr id="93" name="shape-1946">
            <a:extLst xmlns:a="http://schemas.openxmlformats.org/drawingml/2006/main">
              <a:ext uri="{FF2B5EF4-FFF2-40B4-BE49-F238E27FC236}">
                <a16:creationId xmlns:a16="http://schemas.microsoft.com/office/drawing/2014/main" id="{C22AC712-0245-4EE6-A6B9-A55DD3DD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26707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6B3E67"/>
            </a:solidFill>
            <a:prstDash val="solid"/>
          </a:ln>
        </p:spPr>
      </p:sp>
      <p:sp>
        <p:nvSpPr>
          <p:cNvPr id="94" name="shape-1947">
            <a:extLst xmlns:a="http://schemas.openxmlformats.org/drawingml/2006/main">
              <a:ext uri="{FF2B5EF4-FFF2-40B4-BE49-F238E27FC236}">
                <a16:creationId xmlns:a16="http://schemas.microsoft.com/office/drawing/2014/main" id="{D6FB047B-FC51-4260-B708-75CC612B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63" y="3319463"/>
            <a:ext cx="314325" cy="3143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95" name="shape-1948">
            <a:extLst xmlns:a="http://schemas.openxmlformats.org/drawingml/2006/main">
              <a:ext uri="{FF2B5EF4-FFF2-40B4-BE49-F238E27FC236}">
                <a16:creationId xmlns:a16="http://schemas.microsoft.com/office/drawing/2014/main" id="{2ACAA908-9C08-4C2F-81DB-3A2E062B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37185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96" name="shape-1949">
            <a:extLst xmlns:a="http://schemas.openxmlformats.org/drawingml/2006/main">
              <a:ext uri="{FF2B5EF4-FFF2-40B4-BE49-F238E27FC236}">
                <a16:creationId xmlns:a16="http://schemas.microsoft.com/office/drawing/2014/main" id="{36822745-C006-42C7-9F82-E18174B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8" y="3424238"/>
            <a:ext cx="104775" cy="104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6B3E67"/>
            </a:solidFill>
            <a:prstDash val="solid"/>
          </a:ln>
        </p:spPr>
      </p:sp>
      <p:sp>
        <p:nvSpPr>
          <p:cNvPr id="97" name="text-1950">
            <a:extLst xmlns:a="http://schemas.openxmlformats.org/drawingml/2006/main">
              <a:ext uri="{FF2B5EF4-FFF2-40B4-BE49-F238E27FC236}">
                <a16:creationId xmlns:a16="http://schemas.microsoft.com/office/drawing/2014/main" id="{64D8F86B-EC6A-409E-99FD-80FCC11B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623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1953</a:t>
            </a:r>
          </a:p>
        </p:txBody>
      </p:sp>
      <p:sp>
        <p:nvSpPr>
          <p:cNvPr id="98" name="text-1951">
            <a:extLst xmlns:a="http://schemas.openxmlformats.org/drawingml/2006/main">
              <a:ext uri="{FF2B5EF4-FFF2-40B4-BE49-F238E27FC236}">
                <a16:creationId xmlns:a16="http://schemas.microsoft.com/office/drawing/2014/main" id="{C7DE8034-BA1C-45B9-AF36-A2424B34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145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用户选择年份 / 断点</a:t>
            </a:r>
          </a:p>
        </p:txBody>
      </p:sp>
      <p:sp>
        <p:nvSpPr>
          <p:cNvPr id="99" name="line-1952">
            <a:extLst xmlns:a="http://schemas.openxmlformats.org/drawingml/2006/main">
              <a:ext uri="{FF2B5EF4-FFF2-40B4-BE49-F238E27FC236}">
                <a16:creationId xmlns:a16="http://schemas.microsoft.com/office/drawing/2014/main" id="{A73C2B7B-56E1-46ED-9718-273AB57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38375" y="3048000"/>
            <a:ext cx="1476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0" name="line-1953">
            <a:extLst xmlns:a="http://schemas.openxmlformats.org/drawingml/2006/main">
              <a:ext uri="{FF2B5EF4-FFF2-40B4-BE49-F238E27FC236}">
                <a16:creationId xmlns:a16="http://schemas.microsoft.com/office/drawing/2014/main" id="{58D3B98A-AAFC-42E2-9360-9E5C2012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38375" y="2190750"/>
            <a:ext cx="953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01" name="line-1954">
            <a:extLst xmlns:a="http://schemas.openxmlformats.org/drawingml/2006/main">
              <a:ext uri="{FF2B5EF4-FFF2-40B4-BE49-F238E27FC236}">
                <a16:creationId xmlns:a16="http://schemas.microsoft.com/office/drawing/2014/main" id="{9D1CA1C4-3899-4D54-A263-7155E66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38375" y="2680607"/>
            <a:ext cx="210911" cy="183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B5C5B"/>
            </a:solidFill>
            <a:prstDash val="solid"/>
          </a:ln>
        </p:spPr>
      </p:sp>
      <p:sp>
        <p:nvSpPr>
          <p:cNvPr id="102" name="line-1955">
            <a:extLst xmlns:a="http://schemas.openxmlformats.org/drawingml/2006/main">
              <a:ext uri="{FF2B5EF4-FFF2-40B4-BE49-F238E27FC236}">
                <a16:creationId xmlns:a16="http://schemas.microsoft.com/office/drawing/2014/main" id="{AB7CA23F-2BBA-4F00-AAAF-3D22168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49286" y="2435679"/>
            <a:ext cx="210911" cy="2449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B5C5B"/>
            </a:solidFill>
            <a:prstDash val="solid"/>
          </a:ln>
        </p:spPr>
      </p:sp>
      <p:sp>
        <p:nvSpPr>
          <p:cNvPr id="103" name="line-1956">
            <a:extLst xmlns:a="http://schemas.openxmlformats.org/drawingml/2006/main">
              <a:ext uri="{FF2B5EF4-FFF2-40B4-BE49-F238E27FC236}">
                <a16:creationId xmlns:a16="http://schemas.microsoft.com/office/drawing/2014/main" id="{22B747CF-4DAC-450D-9701-DEEC2253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0196" y="2435679"/>
            <a:ext cx="210911" cy="183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B5C5B"/>
            </a:solidFill>
            <a:prstDash val="solid"/>
          </a:ln>
        </p:spPr>
      </p:sp>
      <p:sp>
        <p:nvSpPr>
          <p:cNvPr id="104" name="line-1957">
            <a:extLst xmlns:a="http://schemas.openxmlformats.org/drawingml/2006/main">
              <a:ext uri="{FF2B5EF4-FFF2-40B4-BE49-F238E27FC236}">
                <a16:creationId xmlns:a16="http://schemas.microsoft.com/office/drawing/2014/main" id="{DCC23C92-58CE-48E1-9136-5FC972D6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71107" y="2251982"/>
            <a:ext cx="210911" cy="367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B5C5B"/>
            </a:solidFill>
            <a:prstDash val="solid"/>
          </a:ln>
        </p:spPr>
      </p:sp>
      <p:sp>
        <p:nvSpPr>
          <p:cNvPr id="105" name="line-1958">
            <a:extLst xmlns:a="http://schemas.openxmlformats.org/drawingml/2006/main">
              <a:ext uri="{FF2B5EF4-FFF2-40B4-BE49-F238E27FC236}">
                <a16:creationId xmlns:a16="http://schemas.microsoft.com/office/drawing/2014/main" id="{C28BD893-D1C7-4720-B5B3-ACFF0BD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82018" y="2251982"/>
            <a:ext cx="210911" cy="281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B5C5B"/>
            </a:solidFill>
            <a:prstDash val="solid"/>
          </a:ln>
        </p:spPr>
      </p:sp>
      <p:sp>
        <p:nvSpPr>
          <p:cNvPr id="106" name="line-1959">
            <a:extLst xmlns:a="http://schemas.openxmlformats.org/drawingml/2006/main">
              <a:ext uri="{FF2B5EF4-FFF2-40B4-BE49-F238E27FC236}">
                <a16:creationId xmlns:a16="http://schemas.microsoft.com/office/drawing/2014/main" id="{93E2EA64-B605-499C-9762-0B8BAF4E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92929" y="2374446"/>
            <a:ext cx="210911" cy="1592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B5C5B"/>
            </a:solidFill>
            <a:prstDash val="solid"/>
          </a:ln>
        </p:spPr>
      </p:sp>
      <p:sp>
        <p:nvSpPr>
          <p:cNvPr id="107" name="line-1960">
            <a:extLst xmlns:a="http://schemas.openxmlformats.org/drawingml/2006/main">
              <a:ext uri="{FF2B5EF4-FFF2-40B4-BE49-F238E27FC236}">
                <a16:creationId xmlns:a16="http://schemas.microsoft.com/office/drawing/2014/main" id="{3FCB1147-4B13-4016-B2EE-A70EBCAD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03839" y="2374446"/>
            <a:ext cx="210911" cy="2081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B5C5B"/>
            </a:solidFill>
            <a:prstDash val="solid"/>
          </a:ln>
        </p:spPr>
      </p:sp>
      <p:sp>
        <p:nvSpPr>
          <p:cNvPr id="108" name="shape-1961">
            <a:extLst xmlns:a="http://schemas.openxmlformats.org/drawingml/2006/main">
              <a:ext uri="{FF2B5EF4-FFF2-40B4-BE49-F238E27FC236}">
                <a16:creationId xmlns:a16="http://schemas.microsoft.com/office/drawing/2014/main" id="{59C7C48E-334C-465B-A3C4-CF2EFF8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7420" y="284334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09" name="shape-1962">
            <a:extLst xmlns:a="http://schemas.openxmlformats.org/drawingml/2006/main">
              <a:ext uri="{FF2B5EF4-FFF2-40B4-BE49-F238E27FC236}">
                <a16:creationId xmlns:a16="http://schemas.microsoft.com/office/drawing/2014/main" id="{707F04A2-91D9-4F28-B3C6-FB1DB338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331" y="2659652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10" name="shape-1963">
            <a:extLst xmlns:a="http://schemas.openxmlformats.org/drawingml/2006/main">
              <a:ext uri="{FF2B5EF4-FFF2-40B4-BE49-F238E27FC236}">
                <a16:creationId xmlns:a16="http://schemas.microsoft.com/office/drawing/2014/main" id="{F41B3C1D-12EC-4834-B679-F67D705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241" y="2414724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11" name="shape-1964">
            <a:extLst xmlns:a="http://schemas.openxmlformats.org/drawingml/2006/main">
              <a:ext uri="{FF2B5EF4-FFF2-40B4-BE49-F238E27FC236}">
                <a16:creationId xmlns:a16="http://schemas.microsoft.com/office/drawing/2014/main" id="{9580FB0A-4F51-4AD5-A456-670869DB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0152" y="259842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12" name="shape-1965">
            <a:extLst xmlns:a="http://schemas.openxmlformats.org/drawingml/2006/main">
              <a:ext uri="{FF2B5EF4-FFF2-40B4-BE49-F238E27FC236}">
                <a16:creationId xmlns:a16="http://schemas.microsoft.com/office/drawing/2014/main" id="{0EB2CB1B-4CF4-4CC4-B705-ABFA9C7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3918" y="221388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13" name="shape-1966">
            <a:extLst xmlns:a="http://schemas.openxmlformats.org/drawingml/2006/main">
              <a:ext uri="{FF2B5EF4-FFF2-40B4-BE49-F238E27FC236}">
                <a16:creationId xmlns:a16="http://schemas.microsoft.com/office/drawing/2014/main" id="{6F6CDFCE-236F-4448-9DCC-6B175524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1974" y="25126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14" name="shape-1967">
            <a:extLst xmlns:a="http://schemas.openxmlformats.org/drawingml/2006/main">
              <a:ext uri="{FF2B5EF4-FFF2-40B4-BE49-F238E27FC236}">
                <a16:creationId xmlns:a16="http://schemas.microsoft.com/office/drawing/2014/main" id="{7CC06373-4378-4F77-9493-AF1D890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2884" y="2353491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15" name="shape-1968">
            <a:extLst xmlns:a="http://schemas.openxmlformats.org/drawingml/2006/main">
              <a:ext uri="{FF2B5EF4-FFF2-40B4-BE49-F238E27FC236}">
                <a16:creationId xmlns:a16="http://schemas.microsoft.com/office/drawing/2014/main" id="{632CD0C4-AD8C-412F-A5AF-5B8B3BF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3795" y="2561681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16" name="text-1969">
            <a:extLst xmlns:a="http://schemas.openxmlformats.org/drawingml/2006/main">
              <a:ext uri="{FF2B5EF4-FFF2-40B4-BE49-F238E27FC236}">
                <a16:creationId xmlns:a16="http://schemas.microsoft.com/office/drawing/2014/main" id="{87295C73-4E9B-4EFB-8C45-CD3CEC7E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反事实预览</a:t>
            </a:r>
          </a:p>
        </p:txBody>
      </p:sp>
      <p:sp>
        <p:nvSpPr>
          <p:cNvPr id="117" name="text-1970">
            <a:extLst xmlns:a="http://schemas.openxmlformats.org/drawingml/2006/main">
              <a:ext uri="{FF2B5EF4-FFF2-40B4-BE49-F238E27FC236}">
                <a16:creationId xmlns:a16="http://schemas.microsoft.com/office/drawing/2014/main" id="{5CFBF205-DD96-4935-8DF2-FA972432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671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编辑前（当前）</a:t>
            </a:r>
          </a:p>
        </p:txBody>
      </p:sp>
      <p:sp>
        <p:nvSpPr>
          <p:cNvPr id="118" name="text-1971">
            <a:extLst xmlns:a="http://schemas.openxmlformats.org/drawingml/2006/main">
              <a:ext uri="{FF2B5EF4-FFF2-40B4-BE49-F238E27FC236}">
                <a16:creationId xmlns:a16="http://schemas.microsoft.com/office/drawing/2014/main" id="{9C855D5A-1587-4397-A5E8-27F09B20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编辑后（预览）</a:t>
            </a:r>
          </a:p>
        </p:txBody>
      </p:sp>
      <p:sp>
        <p:nvSpPr>
          <p:cNvPr id="119" name="line-1972">
            <a:extLst xmlns:a="http://schemas.openxmlformats.org/drawingml/2006/main">
              <a:ext uri="{FF2B5EF4-FFF2-40B4-BE49-F238E27FC236}">
                <a16:creationId xmlns:a16="http://schemas.microsoft.com/office/drawing/2014/main" id="{464CCC09-7F00-4238-B8FD-9E2B54B9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4667250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20" name="line-1973">
            <a:extLst xmlns:a="http://schemas.openxmlformats.org/drawingml/2006/main">
              <a:ext uri="{FF2B5EF4-FFF2-40B4-BE49-F238E27FC236}">
                <a16:creationId xmlns:a16="http://schemas.microsoft.com/office/drawing/2014/main" id="{0E826E59-F67C-4482-82AA-9D534359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4000500"/>
            <a:ext cx="953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21" name="line-1974">
            <a:extLst xmlns:a="http://schemas.openxmlformats.org/drawingml/2006/main">
              <a:ext uri="{FF2B5EF4-FFF2-40B4-BE49-F238E27FC236}">
                <a16:creationId xmlns:a16="http://schemas.microsoft.com/office/drawing/2014/main" id="{2DD4E4E9-0923-4BF8-B556-65FC6079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09750" y="4381500"/>
            <a:ext cx="1809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5C5B"/>
            </a:solidFill>
            <a:prstDash val="solid"/>
          </a:ln>
        </p:spPr>
      </p:sp>
      <p:sp>
        <p:nvSpPr>
          <p:cNvPr id="122" name="line-1975">
            <a:extLst xmlns:a="http://schemas.openxmlformats.org/drawingml/2006/main">
              <a:ext uri="{FF2B5EF4-FFF2-40B4-BE49-F238E27FC236}">
                <a16:creationId xmlns:a16="http://schemas.microsoft.com/office/drawing/2014/main" id="{E8CA554F-D655-4333-95CD-836A36FD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90725" y="4210050"/>
            <a:ext cx="180975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5C5B"/>
            </a:solidFill>
            <a:prstDash val="solid"/>
          </a:ln>
        </p:spPr>
      </p:sp>
      <p:sp>
        <p:nvSpPr>
          <p:cNvPr id="123" name="line-1976">
            <a:extLst xmlns:a="http://schemas.openxmlformats.org/drawingml/2006/main">
              <a:ext uri="{FF2B5EF4-FFF2-40B4-BE49-F238E27FC236}">
                <a16:creationId xmlns:a16="http://schemas.microsoft.com/office/drawing/2014/main" id="{09CB4B0B-43E7-41DC-8028-7137BB98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71700" y="4095750"/>
            <a:ext cx="18097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5C5B"/>
            </a:solidFill>
            <a:prstDash val="solid"/>
          </a:ln>
        </p:spPr>
      </p:sp>
      <p:sp>
        <p:nvSpPr>
          <p:cNvPr id="124" name="line-1977">
            <a:extLst xmlns:a="http://schemas.openxmlformats.org/drawingml/2006/main">
              <a:ext uri="{FF2B5EF4-FFF2-40B4-BE49-F238E27FC236}">
                <a16:creationId xmlns:a16="http://schemas.microsoft.com/office/drawing/2014/main" id="{BBE5E59C-7C40-492E-994C-65A5D1A7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2675" y="4095750"/>
            <a:ext cx="18097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5C5B"/>
            </a:solidFill>
            <a:prstDash val="solid"/>
          </a:ln>
        </p:spPr>
      </p:sp>
      <p:sp>
        <p:nvSpPr>
          <p:cNvPr id="125" name="line-1978">
            <a:extLst xmlns:a="http://schemas.openxmlformats.org/drawingml/2006/main">
              <a:ext uri="{FF2B5EF4-FFF2-40B4-BE49-F238E27FC236}">
                <a16:creationId xmlns:a16="http://schemas.microsoft.com/office/drawing/2014/main" id="{4A70FA96-82FC-4EEA-B884-EB334DFB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33650" y="4286250"/>
            <a:ext cx="1809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5C5B"/>
            </a:solidFill>
            <a:prstDash val="solid"/>
          </a:ln>
        </p:spPr>
      </p:sp>
      <p:sp>
        <p:nvSpPr>
          <p:cNvPr id="126" name="shape-1979">
            <a:extLst xmlns:a="http://schemas.openxmlformats.org/drawingml/2006/main">
              <a:ext uri="{FF2B5EF4-FFF2-40B4-BE49-F238E27FC236}">
                <a16:creationId xmlns:a16="http://schemas.microsoft.com/office/drawing/2014/main" id="{6EBB6CB2-ABB6-42C5-973D-104117AE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795" y="44557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7" name="shape-1980">
            <a:extLst xmlns:a="http://schemas.openxmlformats.org/drawingml/2006/main">
              <a:ext uri="{FF2B5EF4-FFF2-40B4-BE49-F238E27FC236}">
                <a16:creationId xmlns:a16="http://schemas.microsoft.com/office/drawing/2014/main" id="{3ADC451A-0F4B-4DE0-B6DF-3B551C2C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9770" y="436054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8" name="shape-1981">
            <a:extLst xmlns:a="http://schemas.openxmlformats.org/drawingml/2006/main">
              <a:ext uri="{FF2B5EF4-FFF2-40B4-BE49-F238E27FC236}">
                <a16:creationId xmlns:a16="http://schemas.microsoft.com/office/drawing/2014/main" id="{FF9194AC-8991-4741-A18B-2CB16FE6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0745" y="41890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29" name="shape-1982">
            <a:extLst xmlns:a="http://schemas.openxmlformats.org/drawingml/2006/main">
              <a:ext uri="{FF2B5EF4-FFF2-40B4-BE49-F238E27FC236}">
                <a16:creationId xmlns:a16="http://schemas.microsoft.com/office/drawing/2014/main" id="{3DD43997-E0DE-4B0C-A99E-744A7C0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1720" y="40747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30" name="shape-1983">
            <a:extLst xmlns:a="http://schemas.openxmlformats.org/drawingml/2006/main">
              <a:ext uri="{FF2B5EF4-FFF2-40B4-BE49-F238E27FC236}">
                <a16:creationId xmlns:a16="http://schemas.microsoft.com/office/drawing/2014/main" id="{C1478E92-9FCA-4560-B831-4C3C3BA2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695" y="42652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31" name="shape-1984">
            <a:extLst xmlns:a="http://schemas.openxmlformats.org/drawingml/2006/main">
              <a:ext uri="{FF2B5EF4-FFF2-40B4-BE49-F238E27FC236}">
                <a16:creationId xmlns:a16="http://schemas.microsoft.com/office/drawing/2014/main" id="{E68A8949-F028-439E-8218-728AA9EF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3670" y="4408170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32" name="line-1985">
            <a:extLst xmlns:a="http://schemas.openxmlformats.org/drawingml/2006/main">
              <a:ext uri="{FF2B5EF4-FFF2-40B4-BE49-F238E27FC236}">
                <a16:creationId xmlns:a16="http://schemas.microsoft.com/office/drawing/2014/main" id="{41EB83DF-A90A-4E4D-A294-1F006FC3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4667250"/>
            <a:ext cx="904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3" name="line-1986">
            <a:extLst xmlns:a="http://schemas.openxmlformats.org/drawingml/2006/main">
              <a:ext uri="{FF2B5EF4-FFF2-40B4-BE49-F238E27FC236}">
                <a16:creationId xmlns:a16="http://schemas.microsoft.com/office/drawing/2014/main" id="{A3D67032-53C4-405D-B3AC-F66B46C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0375" y="4000500"/>
            <a:ext cx="953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514E"/>
            </a:solidFill>
            <a:prstDash val="solid"/>
          </a:ln>
        </p:spPr>
      </p:sp>
      <p:sp>
        <p:nvSpPr>
          <p:cNvPr id="134" name="line-1987">
            <a:extLst xmlns:a="http://schemas.openxmlformats.org/drawingml/2006/main">
              <a:ext uri="{FF2B5EF4-FFF2-40B4-BE49-F238E27FC236}">
                <a16:creationId xmlns:a16="http://schemas.microsoft.com/office/drawing/2014/main" id="{441953DE-C24E-499E-BFFC-A9F9D2D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00375" y="4350544"/>
            <a:ext cx="180975" cy="191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6F06"/>
            </a:solidFill>
            <a:prstDash val="solid"/>
          </a:ln>
        </p:spPr>
      </p:sp>
      <p:sp>
        <p:nvSpPr>
          <p:cNvPr id="135" name="line-1988">
            <a:extLst xmlns:a="http://schemas.openxmlformats.org/drawingml/2006/main">
              <a:ext uri="{FF2B5EF4-FFF2-40B4-BE49-F238E27FC236}">
                <a16:creationId xmlns:a16="http://schemas.microsoft.com/office/drawing/2014/main" id="{3B0F53D6-8189-46A2-9B88-17C14B6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81350" y="4150519"/>
            <a:ext cx="18097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6F06"/>
            </a:solidFill>
            <a:prstDash val="solid"/>
          </a:ln>
        </p:spPr>
      </p:sp>
      <p:sp>
        <p:nvSpPr>
          <p:cNvPr id="136" name="line-1989">
            <a:extLst xmlns:a="http://schemas.openxmlformats.org/drawingml/2006/main">
              <a:ext uri="{FF2B5EF4-FFF2-40B4-BE49-F238E27FC236}">
                <a16:creationId xmlns:a16="http://schemas.microsoft.com/office/drawing/2014/main" id="{536CF416-1A62-4893-BAA8-BCDAD604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62325" y="4042172"/>
            <a:ext cx="180975" cy="1083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6F06"/>
            </a:solidFill>
            <a:prstDash val="solid"/>
          </a:ln>
        </p:spPr>
      </p:sp>
      <p:sp>
        <p:nvSpPr>
          <p:cNvPr id="137" name="line-1990">
            <a:extLst xmlns:a="http://schemas.openxmlformats.org/drawingml/2006/main">
              <a:ext uri="{FF2B5EF4-FFF2-40B4-BE49-F238E27FC236}">
                <a16:creationId xmlns:a16="http://schemas.microsoft.com/office/drawing/2014/main" id="{C0B6D53B-CE89-4ED4-A79C-0CA0084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4042172"/>
            <a:ext cx="180975" cy="191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6F06"/>
            </a:solidFill>
            <a:prstDash val="solid"/>
          </a:ln>
        </p:spPr>
      </p:sp>
      <p:sp>
        <p:nvSpPr>
          <p:cNvPr id="138" name="line-1991">
            <a:extLst xmlns:a="http://schemas.openxmlformats.org/drawingml/2006/main">
              <a:ext uri="{FF2B5EF4-FFF2-40B4-BE49-F238E27FC236}">
                <a16:creationId xmlns:a16="http://schemas.microsoft.com/office/drawing/2014/main" id="{FF08AD10-C56A-4BD8-A7CB-87C01FE4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24275" y="4233863"/>
            <a:ext cx="180975" cy="166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6F06"/>
            </a:solidFill>
            <a:prstDash val="solid"/>
          </a:ln>
        </p:spPr>
      </p:sp>
      <p:sp>
        <p:nvSpPr>
          <p:cNvPr id="139" name="shape-1992">
            <a:extLst xmlns:a="http://schemas.openxmlformats.org/drawingml/2006/main">
              <a:ext uri="{FF2B5EF4-FFF2-40B4-BE49-F238E27FC236}">
                <a16:creationId xmlns:a16="http://schemas.microsoft.com/office/drawing/2014/main" id="{85971E9D-E07D-438D-9DAE-36CB5783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9420" y="452127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0" name="shape-1993">
            <a:extLst xmlns:a="http://schemas.openxmlformats.org/drawingml/2006/main">
              <a:ext uri="{FF2B5EF4-FFF2-40B4-BE49-F238E27FC236}">
                <a16:creationId xmlns:a16="http://schemas.microsoft.com/office/drawing/2014/main" id="{ED3A3BE6-1616-4A86-B1C4-1883AB9A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0395" y="4329589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1" name="shape-1994">
            <a:extLst xmlns:a="http://schemas.openxmlformats.org/drawingml/2006/main">
              <a:ext uri="{FF2B5EF4-FFF2-40B4-BE49-F238E27FC236}">
                <a16:creationId xmlns:a16="http://schemas.microsoft.com/office/drawing/2014/main" id="{84621B82-D01F-472B-A78E-43A31DE2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1370" y="4129564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2" name="shape-1995">
            <a:extLst xmlns:a="http://schemas.openxmlformats.org/drawingml/2006/main">
              <a:ext uri="{FF2B5EF4-FFF2-40B4-BE49-F238E27FC236}">
                <a16:creationId xmlns:a16="http://schemas.microsoft.com/office/drawing/2014/main" id="{85F08D01-F670-41D2-A748-69808F88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2345" y="4021217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3" name="shape-1996">
            <a:extLst xmlns:a="http://schemas.openxmlformats.org/drawingml/2006/main">
              <a:ext uri="{FF2B5EF4-FFF2-40B4-BE49-F238E27FC236}">
                <a16:creationId xmlns:a16="http://schemas.microsoft.com/office/drawing/2014/main" id="{3C1EA829-8218-4C48-BE7E-D46005BD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3320" y="4212908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4" name="shape-1997">
            <a:extLst xmlns:a="http://schemas.openxmlformats.org/drawingml/2006/main">
              <a:ext uri="{FF2B5EF4-FFF2-40B4-BE49-F238E27FC236}">
                <a16:creationId xmlns:a16="http://schemas.microsoft.com/office/drawing/2014/main" id="{48CA9A52-7CF3-4755-A985-A74548F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295" y="4379595"/>
            <a:ext cx="41910" cy="41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6F06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145" name="shape-1998">
            <a:extLst xmlns:a="http://schemas.openxmlformats.org/drawingml/2006/main">
              <a:ext uri="{FF2B5EF4-FFF2-40B4-BE49-F238E27FC236}">
                <a16:creationId xmlns:a16="http://schemas.microsoft.com/office/drawing/2014/main" id="{75FB0AED-0085-4EE4-A126-551F80F3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229100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46" name="shape-1999">
            <a:extLst xmlns:a="http://schemas.openxmlformats.org/drawingml/2006/main">
              <a:ext uri="{FF2B5EF4-FFF2-40B4-BE49-F238E27FC236}">
                <a16:creationId xmlns:a16="http://schemas.microsoft.com/office/drawing/2014/main" id="{C09CB443-5416-4B65-999B-9FEC95A8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1428750"/>
            <a:ext cx="2095500" cy="3476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47" name="shape-2000">
            <a:extLst xmlns:a="http://schemas.openxmlformats.org/drawingml/2006/main">
              <a:ext uri="{FF2B5EF4-FFF2-40B4-BE49-F238E27FC236}">
                <a16:creationId xmlns:a16="http://schemas.microsoft.com/office/drawing/2014/main" id="{0181CAD9-14E1-4456-9935-30DA7B45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157162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48" name="text-2001">
            <a:extLst xmlns:a="http://schemas.openxmlformats.org/drawingml/2006/main">
              <a:ext uri="{FF2B5EF4-FFF2-40B4-BE49-F238E27FC236}">
                <a16:creationId xmlns:a16="http://schemas.microsoft.com/office/drawing/2014/main" id="{6DD2D7CB-97CD-4971-9623-E8E740D0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478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RwlEditor</a:t>
            </a:r>
          </a:p>
        </p:txBody>
      </p:sp>
      <p:sp>
        <p:nvSpPr>
          <p:cNvPr id="149" name="shape-2002">
            <a:extLst xmlns:a="http://schemas.openxmlformats.org/drawingml/2006/main">
              <a:ext uri="{FF2B5EF4-FFF2-40B4-BE49-F238E27FC236}">
                <a16:creationId xmlns:a16="http://schemas.microsoft.com/office/drawing/2014/main" id="{C38245DC-DA8D-4287-A7B7-074C48B2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2143125"/>
            <a:ext cx="666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50" name="text-2003">
            <a:extLst xmlns:a="http://schemas.openxmlformats.org/drawingml/2006/main">
              <a:ext uri="{FF2B5EF4-FFF2-40B4-BE49-F238E27FC236}">
                <a16:creationId xmlns:a16="http://schemas.microsoft.com/office/drawing/2014/main" id="{E4FBEEE4-40F6-4E2C-8D56-3DD87C19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288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✎</a:t>
            </a:r>
          </a:p>
        </p:txBody>
      </p:sp>
      <p:sp>
        <p:nvSpPr>
          <p:cNvPr id="151" name="text-2004">
            <a:extLst xmlns:a="http://schemas.openxmlformats.org/drawingml/2006/main">
              <a:ext uri="{FF2B5EF4-FFF2-40B4-BE49-F238E27FC236}">
                <a16:creationId xmlns:a16="http://schemas.microsoft.com/office/drawing/2014/main" id="{CE9BF586-2BC5-4D5E-B9B7-8DE8E926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03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undo snapshot</a:t>
            </a:r>
          </a:p>
        </p:txBody>
      </p:sp>
      <p:sp>
        <p:nvSpPr>
          <p:cNvPr id="152" name="text-2005">
            <a:extLst xmlns:a="http://schemas.openxmlformats.org/drawingml/2006/main">
              <a:ext uri="{FF2B5EF4-FFF2-40B4-BE49-F238E27FC236}">
                <a16:creationId xmlns:a16="http://schemas.microsoft.com/office/drawing/2014/main" id="{13B95204-6DCF-4668-A946-823A588F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operation log</a:t>
            </a:r>
          </a:p>
        </p:txBody>
      </p:sp>
      <p:sp>
        <p:nvSpPr>
          <p:cNvPr id="153" name="shape-2006">
            <a:extLst xmlns:a="http://schemas.openxmlformats.org/drawingml/2006/main">
              <a:ext uri="{FF2B5EF4-FFF2-40B4-BE49-F238E27FC236}">
                <a16:creationId xmlns:a16="http://schemas.microsoft.com/office/drawing/2014/main" id="{64F49EF9-788B-4895-A49E-33234E4B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714750"/>
            <a:ext cx="1619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dash"/>
          </a:ln>
        </p:spPr>
      </p:sp>
      <p:sp>
        <p:nvSpPr>
          <p:cNvPr id="154" name="text-2007">
            <a:extLst xmlns:a="http://schemas.openxmlformats.org/drawingml/2006/main">
              <a:ext uri="{FF2B5EF4-FFF2-40B4-BE49-F238E27FC236}">
                <a16:creationId xmlns:a16="http://schemas.microsoft.com/office/drawing/2014/main" id="{BB4173D8-67A7-49FC-8063-B968E325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source = auto-suggested</a:t>
            </a:r>
          </a:p>
        </p:txBody>
      </p:sp>
      <p:sp>
        <p:nvSpPr>
          <p:cNvPr id="155" name="text-2008">
            <a:extLst xmlns:a="http://schemas.openxmlformats.org/drawingml/2006/main">
              <a:ext uri="{FF2B5EF4-FFF2-40B4-BE49-F238E27FC236}">
                <a16:creationId xmlns:a16="http://schemas.microsoft.com/office/drawing/2014/main" id="{7D1A914B-134C-44F4-9301-960EFC6D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814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event ID</a:t>
            </a:r>
          </a:p>
        </p:txBody>
      </p:sp>
      <p:sp>
        <p:nvSpPr>
          <p:cNvPr id="156" name="text-2009">
            <a:extLst xmlns:a="http://schemas.openxmlformats.org/drawingml/2006/main">
              <a:ext uri="{FF2B5EF4-FFF2-40B4-BE49-F238E27FC236}">
                <a16:creationId xmlns:a16="http://schemas.microsoft.com/office/drawing/2014/main" id="{F477D576-068C-4804-865F-D65DFA2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529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selectedYear</a:t>
            </a:r>
          </a:p>
        </p:txBody>
      </p:sp>
      <p:sp>
        <p:nvSpPr>
          <p:cNvPr id="157" name="text-2010">
            <a:extLst xmlns:a="http://schemas.openxmlformats.org/drawingml/2006/main">
              <a:ext uri="{FF2B5EF4-FFF2-40B4-BE49-F238E27FC236}">
                <a16:creationId xmlns:a16="http://schemas.microsoft.com/office/drawing/2014/main" id="{390430FB-E9BF-430D-B094-0087ABBB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24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operation</a:t>
            </a:r>
          </a:p>
        </p:txBody>
      </p:sp>
      <p:sp>
        <p:nvSpPr>
          <p:cNvPr id="158" name="text-2011">
            <a:extLst xmlns:a="http://schemas.openxmlformats.org/drawingml/2006/main">
              <a:ext uri="{FF2B5EF4-FFF2-40B4-BE49-F238E27FC236}">
                <a16:creationId xmlns:a16="http://schemas.microsoft.com/office/drawing/2014/main" id="{68BBC9BE-4361-4C62-B403-55AD29A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958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before / after evidence</a:t>
            </a:r>
          </a:p>
        </p:txBody>
      </p:sp>
      <p:sp>
        <p:nvSpPr>
          <p:cNvPr id="159" name="shape-2012">
            <a:extLst xmlns:a="http://schemas.openxmlformats.org/drawingml/2006/main">
              <a:ext uri="{FF2B5EF4-FFF2-40B4-BE49-F238E27FC236}">
                <a16:creationId xmlns:a16="http://schemas.microsoft.com/office/drawing/2014/main" id="{F8B1C79B-7E2F-464C-953E-46A36267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048000"/>
            <a:ext cx="619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60" name="shape-2013">
            <a:extLst xmlns:a="http://schemas.openxmlformats.org/drawingml/2006/main">
              <a:ext uri="{FF2B5EF4-FFF2-40B4-BE49-F238E27FC236}">
                <a16:creationId xmlns:a16="http://schemas.microsoft.com/office/drawing/2014/main" id="{863A4D2D-43AA-4E70-8C42-BA481B5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1476375"/>
            <a:ext cx="3714750" cy="3714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61" name="shape-2014">
            <a:extLst xmlns:a="http://schemas.openxmlformats.org/drawingml/2006/main">
              <a:ext uri="{FF2B5EF4-FFF2-40B4-BE49-F238E27FC236}">
                <a16:creationId xmlns:a16="http://schemas.microsoft.com/office/drawing/2014/main" id="{31E3A553-3550-43A7-84A0-F54E4F3B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1600200"/>
            <a:ext cx="3467100" cy="3467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62" name="shape-2015">
            <a:extLst xmlns:a="http://schemas.openxmlformats.org/drawingml/2006/main">
              <a:ext uri="{FF2B5EF4-FFF2-40B4-BE49-F238E27FC236}">
                <a16:creationId xmlns:a16="http://schemas.microsoft.com/office/drawing/2014/main" id="{3DF8586F-67D2-464F-B334-18CA373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0525" y="1724025"/>
            <a:ext cx="3219450" cy="3219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63" name="shape-2016">
            <a:extLst xmlns:a="http://schemas.openxmlformats.org/drawingml/2006/main">
              <a:ext uri="{FF2B5EF4-FFF2-40B4-BE49-F238E27FC236}">
                <a16:creationId xmlns:a16="http://schemas.microsoft.com/office/drawing/2014/main" id="{1B120232-49FB-4F61-B8A0-F40C59A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1847850"/>
            <a:ext cx="2971800" cy="2971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64" name="shape-2017">
            <a:extLst xmlns:a="http://schemas.openxmlformats.org/drawingml/2006/main">
              <a:ext uri="{FF2B5EF4-FFF2-40B4-BE49-F238E27FC236}">
                <a16:creationId xmlns:a16="http://schemas.microsoft.com/office/drawing/2014/main" id="{9069604B-78C8-419D-A298-B56A1B4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1971675"/>
            <a:ext cx="2724150" cy="2724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65" name="shape-2018">
            <a:extLst xmlns:a="http://schemas.openxmlformats.org/drawingml/2006/main">
              <a:ext uri="{FF2B5EF4-FFF2-40B4-BE49-F238E27FC236}">
                <a16:creationId xmlns:a16="http://schemas.microsoft.com/office/drawing/2014/main" id="{BEA5A8C1-7107-4F48-B723-997B59C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09550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66" name="shape-2019">
            <a:extLst xmlns:a="http://schemas.openxmlformats.org/drawingml/2006/main">
              <a:ext uri="{FF2B5EF4-FFF2-40B4-BE49-F238E27FC236}">
                <a16:creationId xmlns:a16="http://schemas.microsoft.com/office/drawing/2014/main" id="{A72869BD-73F0-4C9B-A519-CCF525C2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825" y="2219325"/>
            <a:ext cx="2228850" cy="2228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67" name="shape-2020">
            <a:extLst xmlns:a="http://schemas.openxmlformats.org/drawingml/2006/main">
              <a:ext uri="{FF2B5EF4-FFF2-40B4-BE49-F238E27FC236}">
                <a16:creationId xmlns:a16="http://schemas.microsoft.com/office/drawing/2014/main" id="{D1C85ECB-D22C-44F9-8FED-016CB839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343150"/>
            <a:ext cx="1981200" cy="1981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68" name="shape-2021">
            <a:extLst xmlns:a="http://schemas.openxmlformats.org/drawingml/2006/main">
              <a:ext uri="{FF2B5EF4-FFF2-40B4-BE49-F238E27FC236}">
                <a16:creationId xmlns:a16="http://schemas.microsoft.com/office/drawing/2014/main" id="{13E928A0-AB88-4131-8BB4-98124178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2466975"/>
            <a:ext cx="1733550" cy="1733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69" name="shape-2022">
            <a:extLst xmlns:a="http://schemas.openxmlformats.org/drawingml/2006/main">
              <a:ext uri="{FF2B5EF4-FFF2-40B4-BE49-F238E27FC236}">
                <a16:creationId xmlns:a16="http://schemas.microsoft.com/office/drawing/2014/main" id="{B20774C0-BCC1-4D01-946C-7BEFEF1F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590800"/>
            <a:ext cx="1485900" cy="1485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70" name="shape-2023">
            <a:extLst xmlns:a="http://schemas.openxmlformats.org/drawingml/2006/main">
              <a:ext uri="{FF2B5EF4-FFF2-40B4-BE49-F238E27FC236}">
                <a16:creationId xmlns:a16="http://schemas.microsoft.com/office/drawing/2014/main" id="{D614043E-CD6F-4E66-81BD-670C1751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2714625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6BA"/>
            </a:solidFill>
            <a:prstDash val="solid"/>
          </a:ln>
        </p:spPr>
      </p:sp>
      <p:sp>
        <p:nvSpPr>
          <p:cNvPr id="171" name="shape-2024">
            <a:extLst xmlns:a="http://schemas.openxmlformats.org/drawingml/2006/main">
              <a:ext uri="{FF2B5EF4-FFF2-40B4-BE49-F238E27FC236}">
                <a16:creationId xmlns:a16="http://schemas.microsoft.com/office/drawing/2014/main" id="{EAB41DE8-1CF8-406E-BE86-4B350B61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838450"/>
            <a:ext cx="990600" cy="990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72" name="shape-2025">
            <a:extLst xmlns:a="http://schemas.openxmlformats.org/drawingml/2006/main">
              <a:ext uri="{FF2B5EF4-FFF2-40B4-BE49-F238E27FC236}">
                <a16:creationId xmlns:a16="http://schemas.microsoft.com/office/drawing/2014/main" id="{F17AACC6-6B08-4AA1-BBE7-A76792C8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8775" y="296227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73" name="shape-2026">
            <a:extLst xmlns:a="http://schemas.openxmlformats.org/drawingml/2006/main">
              <a:ext uri="{FF2B5EF4-FFF2-40B4-BE49-F238E27FC236}">
                <a16:creationId xmlns:a16="http://schemas.microsoft.com/office/drawing/2014/main" id="{1FE9F518-7E4C-444A-AD0C-492197A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3086100"/>
            <a:ext cx="495300" cy="49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74" name="shape-2027">
            <a:extLst xmlns:a="http://schemas.openxmlformats.org/drawingml/2006/main">
              <a:ext uri="{FF2B5EF4-FFF2-40B4-BE49-F238E27FC236}">
                <a16:creationId xmlns:a16="http://schemas.microsoft.com/office/drawing/2014/main" id="{5738E117-3CAE-485F-ABD5-DEEB4E22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25" y="320992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E1DDD1"/>
            </a:solidFill>
            <a:prstDash val="solid"/>
          </a:ln>
        </p:spPr>
      </p:sp>
      <p:sp>
        <p:nvSpPr>
          <p:cNvPr id="175" name="shape-2028">
            <a:extLst xmlns:a="http://schemas.openxmlformats.org/drawingml/2006/main">
              <a:ext uri="{FF2B5EF4-FFF2-40B4-BE49-F238E27FC236}">
                <a16:creationId xmlns:a16="http://schemas.microsoft.com/office/drawing/2014/main" id="{B46E9852-BE3D-47B5-8E9F-1BC7BCCB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12477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6" name="text-2029">
            <a:extLst xmlns:a="http://schemas.openxmlformats.org/drawingml/2006/main">
              <a:ext uri="{FF2B5EF4-FFF2-40B4-BE49-F238E27FC236}">
                <a16:creationId xmlns:a16="http://schemas.microsoft.com/office/drawing/2014/main" id="{6EAE1B9D-0A57-4536-B9E2-3C616794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362075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7" name="text-2030">
            <a:extLst xmlns:a="http://schemas.openxmlformats.org/drawingml/2006/main">
              <a:ext uri="{FF2B5EF4-FFF2-40B4-BE49-F238E27FC236}">
                <a16:creationId xmlns:a16="http://schemas.microsoft.com/office/drawing/2014/main" id="{ED657D55-14DF-470C-B1ED-E8DFEB2A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907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① working RWL 更新</a:t>
            </a:r>
          </a:p>
        </p:txBody>
      </p:sp>
      <p:sp>
        <p:nvSpPr>
          <p:cNvPr id="178" name="shape-2031">
            <a:extLst xmlns:a="http://schemas.openxmlformats.org/drawingml/2006/main">
              <a:ext uri="{FF2B5EF4-FFF2-40B4-BE49-F238E27FC236}">
                <a16:creationId xmlns:a16="http://schemas.microsoft.com/office/drawing/2014/main" id="{A76DCBB9-6636-4224-B524-7097691B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2867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79" name="text-2032">
            <a:extLst xmlns:a="http://schemas.openxmlformats.org/drawingml/2006/main">
              <a:ext uri="{FF2B5EF4-FFF2-40B4-BE49-F238E27FC236}">
                <a16:creationId xmlns:a16="http://schemas.microsoft.com/office/drawing/2014/main" id="{8B5C86FA-0065-4DC4-91DD-BFC37DBB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981325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80" name="text-2033">
            <a:extLst xmlns:a="http://schemas.openxmlformats.org/drawingml/2006/main">
              <a:ext uri="{FF2B5EF4-FFF2-40B4-BE49-F238E27FC236}">
                <a16:creationId xmlns:a16="http://schemas.microsoft.com/office/drawing/2014/main" id="{C4CC309F-04F7-48B0-A4F7-EF299CA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09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② 旧事件 stale</a:t>
            </a:r>
          </a:p>
        </p:txBody>
      </p:sp>
      <p:sp>
        <p:nvSpPr>
          <p:cNvPr id="181" name="shape-2034">
            <a:extLst xmlns:a="http://schemas.openxmlformats.org/drawingml/2006/main">
              <a:ext uri="{FF2B5EF4-FFF2-40B4-BE49-F238E27FC236}">
                <a16:creationId xmlns:a16="http://schemas.microsoft.com/office/drawing/2014/main" id="{FE34EA17-FE39-4DEC-82AD-ABD77A9A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772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2" name="text-2035">
            <a:extLst xmlns:a="http://schemas.openxmlformats.org/drawingml/2006/main">
              <a:ext uri="{FF2B5EF4-FFF2-40B4-BE49-F238E27FC236}">
                <a16:creationId xmlns:a16="http://schemas.microsoft.com/office/drawing/2014/main" id="{7705E53D-7E8A-44A1-871B-79DD20A7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86325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∿</a:t>
            </a:r>
          </a:p>
        </p:txBody>
      </p:sp>
      <p:sp>
        <p:nvSpPr>
          <p:cNvPr id="183" name="text-2036">
            <a:extLst xmlns:a="http://schemas.openxmlformats.org/drawingml/2006/main">
              <a:ext uri="{FF2B5EF4-FFF2-40B4-BE49-F238E27FC236}">
                <a16:creationId xmlns:a16="http://schemas.microsoft.com/office/drawing/2014/main" id="{49172C39-5B69-4027-BA78-9AE8569A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514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③ 重新诊断</a:t>
            </a:r>
          </a:p>
        </p:txBody>
      </p:sp>
      <p:sp>
        <p:nvSpPr>
          <p:cNvPr id="184" name="shape-2037">
            <a:extLst xmlns:a="http://schemas.openxmlformats.org/drawingml/2006/main">
              <a:ext uri="{FF2B5EF4-FFF2-40B4-BE49-F238E27FC236}">
                <a16:creationId xmlns:a16="http://schemas.microsoft.com/office/drawing/2014/main" id="{70891786-48CF-4804-AA9C-896A9150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867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85" name="text-2038">
            <a:extLst xmlns:a="http://schemas.openxmlformats.org/drawingml/2006/main">
              <a:ext uri="{FF2B5EF4-FFF2-40B4-BE49-F238E27FC236}">
                <a16:creationId xmlns:a16="http://schemas.microsoft.com/office/drawing/2014/main" id="{0D318B7F-614E-4BFE-987A-BD3B413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81325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◎</a:t>
            </a:r>
          </a:p>
        </p:txBody>
      </p:sp>
      <p:sp>
        <p:nvSpPr>
          <p:cNvPr id="186" name="text-2039">
            <a:extLst xmlns:a="http://schemas.openxmlformats.org/drawingml/2006/main">
              <a:ext uri="{FF2B5EF4-FFF2-40B4-BE49-F238E27FC236}">
                <a16:creationId xmlns:a16="http://schemas.microsoft.com/office/drawing/2014/main" id="{0E989326-72BF-4119-8F37-3C59ACC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09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D2C"/>
                </a:solidFill>
                <a:latin typeface="Microsoft YaHei"/>
                <a:ea typeface="Microsoft YaHei"/>
                <a:cs typeface="Microsoft YaHei"/>
              </a:rPr>
              <a:t>④ 下一当前前沿</a:t>
            </a:r>
          </a:p>
        </p:txBody>
      </p:sp>
      <p:sp>
        <p:nvSpPr>
          <p:cNvPr id="187" name="shape-2040">
            <a:extLst xmlns:a="http://schemas.openxmlformats.org/drawingml/2006/main">
              <a:ext uri="{FF2B5EF4-FFF2-40B4-BE49-F238E27FC236}">
                <a16:creationId xmlns:a16="http://schemas.microsoft.com/office/drawing/2014/main" id="{50030265-8AD6-4BDA-9B21-A6FE3EC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0">
            <a:off x="10401300" y="195262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88" name="shape-2041">
            <a:extLst xmlns:a="http://schemas.openxmlformats.org/drawingml/2006/main">
              <a:ext uri="{FF2B5EF4-FFF2-40B4-BE49-F238E27FC236}">
                <a16:creationId xmlns:a16="http://schemas.microsoft.com/office/drawing/2014/main" id="{06EA04DC-4A47-42D0-A38C-23B97C4B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0839450" y="414337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89" name="shape-2042">
            <a:extLst xmlns:a="http://schemas.openxmlformats.org/drawingml/2006/main">
              <a:ext uri="{FF2B5EF4-FFF2-40B4-BE49-F238E27FC236}">
                <a16:creationId xmlns:a16="http://schemas.microsoft.com/office/drawing/2014/main" id="{56A69832-2E5C-404E-A87A-AC5B462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8524875" y="481012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90" name="shape-2043">
            <a:extLst xmlns:a="http://schemas.openxmlformats.org/drawingml/2006/main">
              <a:ext uri="{FF2B5EF4-FFF2-40B4-BE49-F238E27FC236}">
                <a16:creationId xmlns:a16="http://schemas.microsoft.com/office/drawing/2014/main" id="{5DBB5EEA-69D4-4A30-9D19-700808BD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00000">
            <a:off x="8143875" y="223837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91" name="shape-2044">
            <a:extLst xmlns:a="http://schemas.openxmlformats.org/drawingml/2006/main">
              <a:ext uri="{FF2B5EF4-FFF2-40B4-BE49-F238E27FC236}">
                <a16:creationId xmlns:a16="http://schemas.microsoft.com/office/drawing/2014/main" id="{355CC6D7-FA34-4731-BDFE-AED6B242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476875"/>
            <a:ext cx="114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92" name="text-2045">
            <a:extLst xmlns:a="http://schemas.openxmlformats.org/drawingml/2006/main">
              <a:ext uri="{FF2B5EF4-FFF2-40B4-BE49-F238E27FC236}">
                <a16:creationId xmlns:a16="http://schemas.microsoft.com/office/drawing/2014/main" id="{18743EE9-4596-4B0E-9EC9-1D059386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识别</a:t>
            </a:r>
          </a:p>
        </p:txBody>
      </p:sp>
      <p:sp>
        <p:nvSpPr>
          <p:cNvPr id="193" name="shape-2046">
            <a:extLst xmlns:a="http://schemas.openxmlformats.org/drawingml/2006/main">
              <a:ext uri="{FF2B5EF4-FFF2-40B4-BE49-F238E27FC236}">
                <a16:creationId xmlns:a16="http://schemas.microsoft.com/office/drawing/2014/main" id="{63473227-DE55-495E-B072-199B7E67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56197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94" name="shape-2047">
            <a:extLst xmlns:a="http://schemas.openxmlformats.org/drawingml/2006/main">
              <a:ext uri="{FF2B5EF4-FFF2-40B4-BE49-F238E27FC236}">
                <a16:creationId xmlns:a16="http://schemas.microsoft.com/office/drawing/2014/main" id="{D97909DF-9A9D-4BA8-A7B1-595B96C5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5476875"/>
            <a:ext cx="114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95" name="text-2048">
            <a:extLst xmlns:a="http://schemas.openxmlformats.org/drawingml/2006/main">
              <a:ext uri="{FF2B5EF4-FFF2-40B4-BE49-F238E27FC236}">
                <a16:creationId xmlns:a16="http://schemas.microsoft.com/office/drawing/2014/main" id="{14CD91AE-A72E-423F-A5BC-F90AA046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007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96" name="shape-2049">
            <a:extLst xmlns:a="http://schemas.openxmlformats.org/drawingml/2006/main">
              <a:ext uri="{FF2B5EF4-FFF2-40B4-BE49-F238E27FC236}">
                <a16:creationId xmlns:a16="http://schemas.microsoft.com/office/drawing/2014/main" id="{518B56DC-01DB-4512-9CA8-63CC522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56197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197" name="shape-2050">
            <a:extLst xmlns:a="http://schemas.openxmlformats.org/drawingml/2006/main">
              <a:ext uri="{FF2B5EF4-FFF2-40B4-BE49-F238E27FC236}">
                <a16:creationId xmlns:a16="http://schemas.microsoft.com/office/drawing/2014/main" id="{60388355-4141-4254-8187-738E1D99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5476875"/>
            <a:ext cx="114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198" name="text-2051">
            <a:extLst xmlns:a="http://schemas.openxmlformats.org/drawingml/2006/main">
              <a:ext uri="{FF2B5EF4-FFF2-40B4-BE49-F238E27FC236}">
                <a16:creationId xmlns:a16="http://schemas.microsoft.com/office/drawing/2014/main" id="{20B7A277-F2EE-404E-BCEF-29FCD7B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007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5C5B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99" name="shape-2052">
            <a:extLst xmlns:a="http://schemas.openxmlformats.org/drawingml/2006/main">
              <a:ext uri="{FF2B5EF4-FFF2-40B4-BE49-F238E27FC236}">
                <a16:creationId xmlns:a16="http://schemas.microsoft.com/office/drawing/2014/main" id="{83BBFDE2-1C34-4BF0-A721-10B8678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56197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00" name="shape-2053">
            <a:extLst xmlns:a="http://schemas.openxmlformats.org/drawingml/2006/main">
              <a:ext uri="{FF2B5EF4-FFF2-40B4-BE49-F238E27FC236}">
                <a16:creationId xmlns:a16="http://schemas.microsoft.com/office/drawing/2014/main" id="{D0C295B7-C98C-4E15-AD94-1F8ADD5A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5476875"/>
            <a:ext cx="114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96F06"/>
            </a:solidFill>
            <a:prstDash val="solid"/>
          </a:ln>
        </p:spPr>
      </p:sp>
      <p:sp>
        <p:nvSpPr>
          <p:cNvPr id="201" name="text-2054">
            <a:extLst xmlns:a="http://schemas.openxmlformats.org/drawingml/2006/main">
              <a:ext uri="{FF2B5EF4-FFF2-40B4-BE49-F238E27FC236}">
                <a16:creationId xmlns:a16="http://schemas.microsoft.com/office/drawing/2014/main" id="{C29A21C8-9C01-41E4-B06B-4E155AFA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6007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A96F06"/>
                </a:solidFill>
                <a:latin typeface="Microsoft YaHei"/>
                <a:ea typeface="Microsoft YaHei"/>
                <a:cs typeface="Microsoft YaHei"/>
              </a:rPr>
              <a:t>编辑</a:t>
            </a:r>
          </a:p>
        </p:txBody>
      </p:sp>
      <p:sp>
        <p:nvSpPr>
          <p:cNvPr id="202" name="shape-2055">
            <a:extLst xmlns:a="http://schemas.openxmlformats.org/drawingml/2006/main">
              <a:ext uri="{FF2B5EF4-FFF2-40B4-BE49-F238E27FC236}">
                <a16:creationId xmlns:a16="http://schemas.microsoft.com/office/drawing/2014/main" id="{1A7B1FCC-F543-4DF7-AEF4-D8CC163E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56197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C5B"/>
          </a:solidFill>
          <a:ln xmlns:a="http://schemas.openxmlformats.org/drawingml/2006/main" w="4763">
            <a:solidFill>
              <a:srgbClr val="0B5C5B"/>
            </a:solidFill>
            <a:prstDash val="solid"/>
          </a:ln>
        </p:spPr>
      </p:sp>
      <p:sp>
        <p:nvSpPr>
          <p:cNvPr id="203" name="shape-2056">
            <a:extLst xmlns:a="http://schemas.openxmlformats.org/drawingml/2006/main">
              <a:ext uri="{FF2B5EF4-FFF2-40B4-BE49-F238E27FC236}">
                <a16:creationId xmlns:a16="http://schemas.microsoft.com/office/drawing/2014/main" id="{B18D3882-1553-49FD-ABE1-902C932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5476875"/>
            <a:ext cx="114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14F33"/>
            </a:solidFill>
            <a:prstDash val="solid"/>
          </a:ln>
        </p:spPr>
      </p:sp>
      <p:sp>
        <p:nvSpPr>
          <p:cNvPr id="204" name="text-2057">
            <a:extLst xmlns:a="http://schemas.openxmlformats.org/drawingml/2006/main">
              <a:ext uri="{FF2B5EF4-FFF2-40B4-BE49-F238E27FC236}">
                <a16:creationId xmlns:a16="http://schemas.microsoft.com/office/drawing/2014/main" id="{8C81B045-17DD-4723-B02E-0F4801EC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007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C14F33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205" name="shape-2058">
            <a:extLst xmlns:a="http://schemas.openxmlformats.org/drawingml/2006/main">
              <a:ext uri="{FF2B5EF4-FFF2-40B4-BE49-F238E27FC236}">
                <a16:creationId xmlns:a16="http://schemas.microsoft.com/office/drawing/2014/main" id="{64C1BF8C-8290-4212-B04F-DF10540E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6143625"/>
            <a:ext cx="5715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5B"/>
          </a:solidFill>
          <a:ln xmlns:a="http://schemas.openxmlformats.org/drawingml/2006/main" w="9525">
            <a:solidFill>
              <a:srgbClr val="0B5C5B"/>
            </a:solidFill>
            <a:prstDash val="solid"/>
          </a:ln>
        </p:spPr>
      </p:sp>
      <p:sp>
        <p:nvSpPr>
          <p:cNvPr id="206" name="text-2059">
            <a:extLst xmlns:a="http://schemas.openxmlformats.org/drawingml/2006/main">
              <a:ext uri="{FF2B5EF4-FFF2-40B4-BE49-F238E27FC236}">
                <a16:creationId xmlns:a16="http://schemas.microsoft.com/office/drawing/2014/main" id="{5C249103-8968-4ED0-848B-A7ADE15A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2388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算法生成主复核窗，专家完成定年判断</a:t>
            </a:r>
          </a:p>
        </p:txBody>
      </p:sp>
    </p:spTree>
    <p:extLst>
      <p:ext uri="{BB962C8B-B14F-4D97-AF65-F5344CB8AC3E}">
        <p14:creationId xmlns:p14="http://schemas.microsoft.com/office/powerpoint/2010/main" val="302372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2026-08-17T20:28:13.2750000Z</dcterms:created>
  <dcterms:modified xsi:type="dcterms:W3CDTF">2026-08-17T20:28:13.2750000Z</dcterms:modified>
</coreProperties>
</file>